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b1849d768954165" /><Relationship Type="http://schemas.openxmlformats.org/officeDocument/2006/relationships/extended-properties" Target="/docProps/app.xml" Id="R972f84253c034c63" /><Relationship Type="http://schemas.openxmlformats.org/officeDocument/2006/relationships/officeDocument" Target="/ppt/presentation.xml" Id="Rc03ccd30483f4488" /></Relationships>
</file>

<file path=ppt/presentation.xml><?xml version="1.0" encoding="utf-8"?>
<p:presentation xmlns:p="http://schemas.openxmlformats.org/presentationml/2006/main">
  <p:sldMasterIdLst>
    <p:sldMasterId xmlns:r="http://schemas.openxmlformats.org/officeDocument/2006/relationships" id="2147483648" r:id="R14be6168d9424ba7"/>
  </p:sldMasterIdLst>
  <p:notesMasterIdLst>
    <p:notesMasterId xmlns:r="http://schemas.openxmlformats.org/officeDocument/2006/relationships" r:id="Rc114f092575c4059"/>
  </p:notesMasterIdLst>
  <p:sldIdLst>
    <p:sldId xmlns:r="http://schemas.openxmlformats.org/officeDocument/2006/relationships" id="256" r:id="R7592298e08054485"/>
    <p:sldId xmlns:r="http://schemas.openxmlformats.org/officeDocument/2006/relationships" id="257" r:id="Rf1ae9a3a8c0c4c39"/>
    <p:sldId xmlns:r="http://schemas.openxmlformats.org/officeDocument/2006/relationships" id="258" r:id="R34bdde0c600947ae"/>
    <p:sldId xmlns:r="http://schemas.openxmlformats.org/officeDocument/2006/relationships" id="259" r:id="Re6fc3b4da1a24300"/>
    <p:sldId xmlns:r="http://schemas.openxmlformats.org/officeDocument/2006/relationships" id="260" r:id="R55b93904788245ba"/>
    <p:sldId xmlns:r="http://schemas.openxmlformats.org/officeDocument/2006/relationships" id="261" r:id="R0aff83ff70db468b"/>
    <p:sldId xmlns:r="http://schemas.openxmlformats.org/officeDocument/2006/relationships" id="262" r:id="R7614ffc4acd34a08"/>
    <p:sldId xmlns:r="http://schemas.openxmlformats.org/officeDocument/2006/relationships" id="263" r:id="R7159e3791a8941d3"/>
    <p:sldId xmlns:r="http://schemas.openxmlformats.org/officeDocument/2006/relationships" id="264" r:id="R16405136ae944463"/>
    <p:sldId xmlns:r="http://schemas.openxmlformats.org/officeDocument/2006/relationships" id="265" r:id="R3b57bbdb71d0423a"/>
    <p:sldId xmlns:r="http://schemas.openxmlformats.org/officeDocument/2006/relationships" id="266" r:id="R021c4a90fae64b84"/>
    <p:sldId xmlns:r="http://schemas.openxmlformats.org/officeDocument/2006/relationships" id="267" r:id="Rbc5dac710e7c4be4"/>
    <p:sldId xmlns:r="http://schemas.openxmlformats.org/officeDocument/2006/relationships" id="268" r:id="R91f7a541ff654821"/>
    <p:sldId xmlns:r="http://schemas.openxmlformats.org/officeDocument/2006/relationships" id="269" r:id="R9bfe82fc9f374c11"/>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e2c82c57cdf46ad" /><Relationship Type="http://schemas.openxmlformats.org/officeDocument/2006/relationships/slideMaster" Target="/ppt/slideMasters/slideMaster1.xml" Id="R14be6168d9424ba7" /><Relationship Type="http://schemas.openxmlformats.org/officeDocument/2006/relationships/notesMaster" Target="/ppt/notesMasters/notesMaster1.xml" Id="Rc114f092575c4059" /><Relationship Type="http://schemas.openxmlformats.org/officeDocument/2006/relationships/presProps" Target="/ppt/presProps.xml" Id="R16c0b3b7f6de4095" /><Relationship Type="http://schemas.openxmlformats.org/officeDocument/2006/relationships/tableStyles" Target="/ppt/tableStyles.xml" Id="Rac39ade2ab1d4341" /><Relationship Type="http://schemas.openxmlformats.org/officeDocument/2006/relationships/slide" Target="/ppt/slides/slide1.xml" Id="R7592298e08054485" /><Relationship Type="http://schemas.openxmlformats.org/officeDocument/2006/relationships/slide" Target="/ppt/slides/slide2.xml" Id="Rf1ae9a3a8c0c4c39" /><Relationship Type="http://schemas.openxmlformats.org/officeDocument/2006/relationships/slide" Target="/ppt/slides/slide3.xml" Id="R34bdde0c600947ae" /><Relationship Type="http://schemas.openxmlformats.org/officeDocument/2006/relationships/slide" Target="/ppt/slides/slide4.xml" Id="Re6fc3b4da1a24300" /><Relationship Type="http://schemas.openxmlformats.org/officeDocument/2006/relationships/slide" Target="/ppt/slides/slide5.xml" Id="R55b93904788245ba" /><Relationship Type="http://schemas.openxmlformats.org/officeDocument/2006/relationships/slide" Target="/ppt/slides/slide6.xml" Id="R0aff83ff70db468b" /><Relationship Type="http://schemas.openxmlformats.org/officeDocument/2006/relationships/slide" Target="/ppt/slides/slide7.xml" Id="R7614ffc4acd34a08" /><Relationship Type="http://schemas.openxmlformats.org/officeDocument/2006/relationships/slide" Target="/ppt/slides/slide8.xml" Id="R7159e3791a8941d3" /><Relationship Type="http://schemas.openxmlformats.org/officeDocument/2006/relationships/slide" Target="/ppt/slides/slide9.xml" Id="R16405136ae944463" /><Relationship Type="http://schemas.openxmlformats.org/officeDocument/2006/relationships/slide" Target="/ppt/slides/slide10.xml" Id="R3b57bbdb71d0423a" /><Relationship Type="http://schemas.openxmlformats.org/officeDocument/2006/relationships/slide" Target="/ppt/slides/slide11.xml" Id="R021c4a90fae64b84" /><Relationship Type="http://schemas.openxmlformats.org/officeDocument/2006/relationships/slide" Target="/ppt/slides/slide12.xml" Id="Rbc5dac710e7c4be4" /><Relationship Type="http://schemas.openxmlformats.org/officeDocument/2006/relationships/slide" Target="/ppt/slides/slide13.xml" Id="R91f7a541ff654821" /><Relationship Type="http://schemas.openxmlformats.org/officeDocument/2006/relationships/slide" Target="/ppt/slides/slide14.xml" Id="R9bfe82fc9f374c1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7930ca6dc3f4f8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5ef0f4672e14d53" /><Relationship Type="http://schemas.openxmlformats.org/officeDocument/2006/relationships/notesMaster" Target="/ppt/notesMasters/notesMaster1.xml" Id="R33cdef87c40d4654" /></Relationships>
</file>

<file path=ppt/notesSlides/_rels/notesSlide2.xml.rels>&#65279;<?xml version="1.0" encoding="utf-8"?><Relationships xmlns="http://schemas.openxmlformats.org/package/2006/relationships"><Relationship Type="http://schemas.openxmlformats.org/officeDocument/2006/relationships/slide" Target="/ppt/slides/slide2.xml" Id="Reb6a467230334cd1" /><Relationship Type="http://schemas.openxmlformats.org/officeDocument/2006/relationships/notesMaster" Target="/ppt/notesMasters/notesMaster1.xml" Id="R95d71321562c414f" /></Relationships>
</file>

<file path=ppt/notesSlides/_rels/notesSlide3.xml.rels>&#65279;<?xml version="1.0" encoding="utf-8"?><Relationships xmlns="http://schemas.openxmlformats.org/package/2006/relationships"><Relationship Type="http://schemas.openxmlformats.org/officeDocument/2006/relationships/slide" Target="/ppt/slides/slide3.xml" Id="R1f3aa29622b14f74" /><Relationship Type="http://schemas.openxmlformats.org/officeDocument/2006/relationships/notesMaster" Target="/ppt/notesMasters/notesMaster1.xml" Id="Rbfe0d653e72446ab" /></Relationships>
</file>

<file path=ppt/notesSlides/_rels/notesSlide4.xml.rels>&#65279;<?xml version="1.0" encoding="utf-8"?><Relationships xmlns="http://schemas.openxmlformats.org/package/2006/relationships"><Relationship Type="http://schemas.openxmlformats.org/officeDocument/2006/relationships/slide" Target="/ppt/slides/slide4.xml" Id="Rb4ec2508ce954d15" /><Relationship Type="http://schemas.openxmlformats.org/officeDocument/2006/relationships/notesMaster" Target="/ppt/notesMasters/notesMaster1.xml" Id="R14dc018ddeda4bbd" /></Relationships>
</file>

<file path=ppt/notesSlides/_rels/notesSlide5.xml.rels>&#65279;<?xml version="1.0" encoding="utf-8"?><Relationships xmlns="http://schemas.openxmlformats.org/package/2006/relationships"><Relationship Type="http://schemas.openxmlformats.org/officeDocument/2006/relationships/slide" Target="/ppt/slides/slide5.xml" Id="Rc950f517bc3f4882" /><Relationship Type="http://schemas.openxmlformats.org/officeDocument/2006/relationships/notesMaster" Target="/ppt/notesMasters/notesMaster1.xml" Id="R51f17b8569194a2c" /></Relationships>
</file>

<file path=ppt/notesSlides/_rels/notesSlide6.xml.rels>&#65279;<?xml version="1.0" encoding="utf-8"?><Relationships xmlns="http://schemas.openxmlformats.org/package/2006/relationships"><Relationship Type="http://schemas.openxmlformats.org/officeDocument/2006/relationships/slide" Target="/ppt/slides/slide6.xml" Id="Rbbf4e98aec704268" /><Relationship Type="http://schemas.openxmlformats.org/officeDocument/2006/relationships/notesMaster" Target="/ppt/notesMasters/notesMaster1.xml" Id="Rfe643acf7a0f4f9c" /></Relationships>
</file>

<file path=ppt/notesSlides/_rels/notesSlide7.xml.rels>&#65279;<?xml version="1.0" encoding="utf-8"?><Relationships xmlns="http://schemas.openxmlformats.org/package/2006/relationships"><Relationship Type="http://schemas.openxmlformats.org/officeDocument/2006/relationships/slide" Target="/ppt/slides/slide7.xml" Id="Rd58ed6728b044c52" /><Relationship Type="http://schemas.openxmlformats.org/officeDocument/2006/relationships/notesMaster" Target="/ppt/notesMasters/notesMaster1.xml" Id="R4b2b54d7f6594509" /></Relationships>
</file>

<file path=ppt/notesSlides/_rels/notesSlide8.xml.rels>&#65279;<?xml version="1.0" encoding="utf-8"?><Relationships xmlns="http://schemas.openxmlformats.org/package/2006/relationships"><Relationship Type="http://schemas.openxmlformats.org/officeDocument/2006/relationships/slide" Target="/ppt/slides/slide8.xml" Id="Rf9873d5d28c04dfb" /><Relationship Type="http://schemas.openxmlformats.org/officeDocument/2006/relationships/notesMaster" Target="/ppt/notesMasters/notesMaster1.xml" Id="R0e768cd0d4204b2c" /></Relationships>
</file>

<file path=ppt/notesSlides/_rels/notesSlide9.xml.rels>&#65279;<?xml version="1.0" encoding="utf-8"?><Relationships xmlns="http://schemas.openxmlformats.org/package/2006/relationships"><Relationship Type="http://schemas.openxmlformats.org/officeDocument/2006/relationships/slide" Target="/ppt/slides/slide9.xml" Id="Rf2ca1ae0140f4319" /><Relationship Type="http://schemas.openxmlformats.org/officeDocument/2006/relationships/notesMaster" Target="/ppt/notesMasters/notesMaster1.xml" Id="Re14fa64c4f9f4e3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801927ac26d4e39" /><Relationship Type="http://schemas.openxmlformats.org/officeDocument/2006/relationships/notesMaster" Target="/ppt/notesMasters/notesMaster1.xml" Id="R59efbfac757548e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3df952ef4b040c7" /><Relationship Type="http://schemas.openxmlformats.org/officeDocument/2006/relationships/notesMaster" Target="/ppt/notesMasters/notesMaster1.xml" Id="R0fbeb9a973f94de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31ce5ad0bb540a2" /><Relationship Type="http://schemas.openxmlformats.org/officeDocument/2006/relationships/notesMaster" Target="/ppt/notesMasters/notesMaster1.xml" Id="Rdae9853bc8b1448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01cf53bd4df4a38" /><Relationship Type="http://schemas.openxmlformats.org/officeDocument/2006/relationships/notesMaster" Target="/ppt/notesMasters/notesMaster1.xml" Id="R2a06741736dd479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139447bd40a4aaa" /><Relationship Type="http://schemas.openxmlformats.org/officeDocument/2006/relationships/notesMaster" Target="/ppt/notesMasters/notesMaster1.xml" Id="Rcd2058341de1405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Brand source: user-provided SATUUU99 identity boards, 0406AABD-1B31-4585-A3C9-0834773E0AB6.PNG and 1EA5F5B3-5B3A-4519-9F4E-639ABB2B8651.PNG. Artwork and mockups extracted from supplied reference images. Existing spa mood images from the project are generated concept imagery, not documentary photographs. Layout, typography and body copy recreated as editable elements. Brand guidance beyond the reference is proposed implementation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Brand source: user-provided SATUUU99 identity boards, 0406AABD-1B31-4585-A3C9-0834773E0AB6.PNG and 1EA5F5B3-5B3A-4519-9F4E-639ABB2B8651.PNG. Artwork and mockups extracted from supplied reference images. Existing spa mood images from the project are generated concept imagery, not documentary photographs. Layout, typography and body copy recreated as editable elements. Brand guidance beyond the reference is proposed implementation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Brand source: user-provided SATUUU99 identity boards, 0406AABD-1B31-4585-A3C9-0834773E0AB6.PNG and 1EA5F5B3-5B3A-4519-9F4E-639ABB2B8651.PNG. Artwork and mockups extracted from supplied reference images. Existing spa mood images from the project are generated concept imagery, not documentary photographs. Layout, typography and body copy recreated as editable elements. Brand guidance beyond the reference is proposed implementation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Brand source: user-provided SATUUU99 identity boards, 0406AABD-1B31-4585-A3C9-0834773E0AB6.PNG and 1EA5F5B3-5B3A-4519-9F4E-639ABB2B8651.PNG. Artwork and mockups extracted from supplied reference images. Existing spa mood images from the project are generated concept imagery, not documentary photographs. Layout, typography and body copy recreated as editable elements. Brand guidance beyond the reference is proposed implementation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Brand source: user-provided SATUUU99 identity boards, 0406AABD-1B31-4585-A3C9-0834773E0AB6.PNG and 1EA5F5B3-5B3A-4519-9F4E-639ABB2B8651.PNG. Artwork and mockups extracted from supplied reference images. Existing spa mood images from the project are generated concept imagery, not documentary photographs. Layout, typography and body copy recreated as editable elements. Brand guidance beyond the reference is proposed implementation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Brand source: user-provided SATUUU99 identity boards, 0406AABD-1B31-4585-A3C9-0834773E0AB6.PNG and 1EA5F5B3-5B3A-4519-9F4E-639ABB2B8651.PNG. Artwork and mockups extracted from supplied reference images. Existing spa mood images from the project are generated concept imagery, not documentary photographs. Layout, typography and body copy recreated as editable elements. Brand guidance beyond the reference is proposed implementation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Brand source: user-provided SATUUU99 identity boards, 0406AABD-1B31-4585-A3C9-0834773E0AB6.PNG and 1EA5F5B3-5B3A-4519-9F4E-639ABB2B8651.PNG. Artwork and mockups extracted from supplied reference images. Existing spa mood images from the project are generated concept imagery, not documentary photographs. Layout, typography and body copy recreated as editable elements. Brand guidance beyond the reference is proposed implementation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Brand source: user-provided SATUUU99 identity boards, 0406AABD-1B31-4585-A3C9-0834773E0AB6.PNG and 1EA5F5B3-5B3A-4519-9F4E-639ABB2B8651.PNG. Artwork and mockups extracted from supplied reference images. Existing spa mood images from the project are generated concept imagery, not documentary photographs. Layout, typography and body copy recreated as editable elements. Brand guidance beyond the reference is proposed implementation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Brand source: user-provided SATUUU99 identity boards, 0406AABD-1B31-4585-A3C9-0834773E0AB6.PNG and 1EA5F5B3-5B3A-4519-9F4E-639ABB2B8651.PNG. Artwork and mockups extracted from supplied reference images. Existing spa mood images from the project are generated concept imagery, not documentary photographs. Layout, typography and body copy recreated as editable elements. Brand guidance beyond the reference is proposed implementation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Brand source: user-provided SATUUU99 identity boards, 0406AABD-1B31-4585-A3C9-0834773E0AB6.PNG and 1EA5F5B3-5B3A-4519-9F4E-639ABB2B8651.PNG. Artwork and mockups extracted from supplied reference images. Existing spa mood images from the project are generated concept imagery, not documentary photographs. Layout, typography and body copy recreated as editable elements. Brand guidance beyond the reference is proposed implementation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Brand source: user-provided SATUUU99 identity boards, 0406AABD-1B31-4585-A3C9-0834773E0AB6.PNG and 1EA5F5B3-5B3A-4519-9F4E-639ABB2B8651.PNG. Artwork and mockups extracted from supplied reference images. Existing spa mood images from the project are generated concept imagery, not documentary photographs. Layout, typography and body copy recreated as editable elements. Brand guidance beyond the reference is proposed implementation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Brand source: user-provided SATUUU99 identity boards, 0406AABD-1B31-4585-A3C9-0834773E0AB6.PNG and 1EA5F5B3-5B3A-4519-9F4E-639ABB2B8651.PNG. Artwork and mockups extracted from supplied reference images. Existing spa mood images from the project are generated concept imagery, not documentary photographs. Layout, typography and body copy recreated as editable elements. Brand guidance beyond the reference is proposed implementation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Brand source: user-provided SATUUU99 identity boards, 0406AABD-1B31-4585-A3C9-0834773E0AB6.PNG and 1EA5F5B3-5B3A-4519-9F4E-639ABB2B8651.PNG. Artwork and mockups extracted from supplied reference images. Existing spa mood images from the project are generated concept imagery, not documentary photographs. Layout, typography and body copy recreated as editable elements. Brand guidance beyond the reference is proposed implementation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Brand source: user-provided SATUUU99 identity boards, 0406AABD-1B31-4585-A3C9-0834773E0AB6.PNG and 1EA5F5B3-5B3A-4519-9F4E-639ABB2B8651.PNG. Artwork and mockups extracted from supplied reference images. Existing spa mood images from the project are generated concept imagery, not documentary photographs. Layout, typography and body copy recreated as editable elements. Brand guidance beyond the reference is proposed implementation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9e4776f079445d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c90e15f0f6743b2" /><Relationship Type="http://schemas.openxmlformats.org/officeDocument/2006/relationships/slideLayout" Target="/ppt/slideLayouts/slideLayout1.xml" Id="R64b9dac26daf4ee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4b9dac26daf4ee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95e299f2af942fe" /><Relationship Type="http://schemas.openxmlformats.org/officeDocument/2006/relationships/image" Target="/ppt/media/image.png" Id="R8ce1f602dbe1439a" /><Relationship Type="http://schemas.openxmlformats.org/officeDocument/2006/relationships/notesSlide" Target="/ppt/notesSlides/notesSlide1.xml" Id="R630862db828b46a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6ab0e64e45e44cd" /><Relationship Type="http://schemas.openxmlformats.org/officeDocument/2006/relationships/image" Target="/ppt/media/image.jpeg" Id="R770534cbd05a43af" /><Relationship Type="http://schemas.openxmlformats.org/officeDocument/2006/relationships/notesSlide" Target="/ppt/notesSlides/notesSlide2.xml" Id="Rc3673d4c517a496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a5964c7cb81459d" /><Relationship Type="http://schemas.openxmlformats.org/officeDocument/2006/relationships/image" Target="/ppt/media/image2.png" Id="R5d35ca0723024151" /><Relationship Type="http://schemas.openxmlformats.org/officeDocument/2006/relationships/notesSlide" Target="/ppt/notesSlides/notesSlide3.xml" Id="Radd9d18e8f85440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538d3d4409040d2" /><Relationship Type="http://schemas.openxmlformats.org/officeDocument/2006/relationships/image" Target="/ppt/media/image3.png" Id="R3b9c38ac3e454d1b" /><Relationship Type="http://schemas.openxmlformats.org/officeDocument/2006/relationships/notesSlide" Target="/ppt/notesSlides/notesSlide4.xml" Id="Rc066073b5a564bb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2df1186b77b4941" /><Relationship Type="http://schemas.openxmlformats.org/officeDocument/2006/relationships/image" Target="/ppt/media/image4.png" Id="R108d8b2f43a34929" /><Relationship Type="http://schemas.openxmlformats.org/officeDocument/2006/relationships/notesSlide" Target="/ppt/notesSlides/notesSlide5.xml" Id="R994683b3ec86424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3710ba382a44886" /><Relationship Type="http://schemas.openxmlformats.org/officeDocument/2006/relationships/image" Target="/ppt/media/image5.png" Id="R840963de5c5847f9" /><Relationship Type="http://schemas.openxmlformats.org/officeDocument/2006/relationships/notesSlide" Target="/ppt/notesSlides/notesSlide6.xml" Id="R98d37db38cf7433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6e7a58b59c1481e" /><Relationship Type="http://schemas.openxmlformats.org/officeDocument/2006/relationships/image" Target="/ppt/media/image6.png" Id="R047c8f45660749b8" /><Relationship Type="http://schemas.openxmlformats.org/officeDocument/2006/relationships/notesSlide" Target="/ppt/notesSlides/notesSlide7.xml" Id="R19001f5c699c419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e48ff04d45f4ac5" /><Relationship Type="http://schemas.openxmlformats.org/officeDocument/2006/relationships/notesSlide" Target="/ppt/notesSlides/notesSlide8.xml" Id="Rc185d91c92f04ad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7d25d12f8f54ed2" /><Relationship Type="http://schemas.openxmlformats.org/officeDocument/2006/relationships/notesSlide" Target="/ppt/notesSlides/notesSlide9.xml" Id="R3a61dbffebc240d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167090384af4746" /><Relationship Type="http://schemas.openxmlformats.org/officeDocument/2006/relationships/image" Target="/ppt/media/image2.jpeg" Id="R11110d01627d4d2d" /><Relationship Type="http://schemas.openxmlformats.org/officeDocument/2006/relationships/image" Target="/ppt/media/image7.png" Id="R305a1c28de754439" /><Relationship Type="http://schemas.openxmlformats.org/officeDocument/2006/relationships/image" Target="/ppt/media/image8.png" Id="Rd8c888b1be2d47e9" /><Relationship Type="http://schemas.openxmlformats.org/officeDocument/2006/relationships/notesSlide" Target="/ppt/notesSlides/notesSlide10.xml" Id="R523c1e7f1d48424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ee4eed426f7490b" /><Relationship Type="http://schemas.openxmlformats.org/officeDocument/2006/relationships/notesSlide" Target="/ppt/notesSlides/notesSlide11.xml" Id="R56edd8887c37482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e0c1119ea6f4ee7" /><Relationship Type="http://schemas.openxmlformats.org/officeDocument/2006/relationships/image" Target="/ppt/media/image9.png" Id="Rad75d441d82441a0" /><Relationship Type="http://schemas.openxmlformats.org/officeDocument/2006/relationships/image" Target="/ppt/media/image10.png" Id="Re260633c01574a63" /><Relationship Type="http://schemas.openxmlformats.org/officeDocument/2006/relationships/notesSlide" Target="/ppt/notesSlides/notesSlide12.xml" Id="R75c52ee86aba44c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ced4df206144c58" /><Relationship Type="http://schemas.openxmlformats.org/officeDocument/2006/relationships/image" Target="/ppt/media/image3.jpeg" Id="R0277e302b0864893" /><Relationship Type="http://schemas.openxmlformats.org/officeDocument/2006/relationships/notesSlide" Target="/ppt/notesSlides/notesSlide13.xml" Id="R6c350931b7ac480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a9187763a074bcb" /><Relationship Type="http://schemas.openxmlformats.org/officeDocument/2006/relationships/notesSlide" Target="/ppt/notesSlides/notesSlide14.xml" Id="R21d009b7012a43a6" /></Relationships>
</file>

<file path=ppt/slides/slide1.xml><?xml version="1.0" encoding="utf-8"?>
<p:sld xmlns:p="http://schemas.openxmlformats.org/presentationml/2006/main">
  <p:cSld>
    <p:bg>
      <p:bgPr>
        <a:solidFill xmlns:a="http://schemas.openxmlformats.org/drawingml/2006/main">
          <a:srgbClr val="F6F3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E14C95A-AFF1-4F8C-A42C-15454F428CCF}"/>
              </a:ext>
            </a:extLst>
          </p:cNvPr>
          <p:cNvSpPr>
            <a:spLocks xmlns:a="http://schemas.openxmlformats.org/drawingml/2006/main" noGrp="1"/>
          </p:cNvSpPr>
          <p:nvPr/>
        </p:nvSpPr>
        <p:spPr>
          <a:xfrm xmlns:a="http://schemas.openxmlformats.org/drawingml/2006/main">
            <a:off x="714375" y="457200"/>
            <a:ext cx="1285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SATUUU99 / BRAND IDENTITY</a:t>
            </a:r>
          </a:p>
        </p:txBody>
      </p:sp>
      <p:sp>
        <p:nvSpPr>
          <p:cNvPr id="2" name="">
            <a:extLst xmlns:a="http://schemas.openxmlformats.org/drawingml/2006/main">
              <a:ext uri="{FF2B5EF4-FFF2-40B4-BE49-F238E27FC236}">
                <a16:creationId xmlns:a16="http://schemas.microsoft.com/office/drawing/2014/main" id="{013BF63D-BC37-4F73-B7D8-F3633421AD37}"/>
              </a:ext>
            </a:extLst>
          </p:cNvPr>
          <p:cNvSpPr>
            <a:spLocks xmlns:a="http://schemas.openxmlformats.org/drawingml/2006/main" noGrp="1"/>
          </p:cNvSpPr>
          <p:nvPr/>
        </p:nvSpPr>
        <p:spPr>
          <a:xfrm xmlns:a="http://schemas.openxmlformats.org/drawingml/2006/main">
            <a:off x="13906500" y="79057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01</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ce1f602dbe1439a"/>
          <a:stretch xmlns:a="http://schemas.openxmlformats.org/drawingml/2006/main"/>
        </p:blipFill>
        <p:spPr>
          <a:xfrm xmlns:a="http://schemas.openxmlformats.org/drawingml/2006/main">
            <a:off x="4762500" y="1908086"/>
            <a:ext cx="5715000" cy="4051479"/>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E52EB74-B6F3-4175-94EC-3D2FDF60D316}"/>
              </a:ext>
            </a:extLst>
          </p:cNvPr>
          <p:cNvSpPr>
            <a:spLocks xmlns:a="http://schemas.openxmlformats.org/drawingml/2006/main" noGrp="1"/>
          </p:cNvSpPr>
          <p:nvPr/>
        </p:nvSpPr>
        <p:spPr>
          <a:xfrm xmlns:a="http://schemas.openxmlformats.org/drawingml/2006/main">
            <a:off x="5524500" y="7000875"/>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3A332B"/>
                </a:solidFill>
                <a:latin typeface="Plus Jakarta Sans"/>
                <a:ea typeface="Plus Jakarta Sans"/>
                <a:cs typeface="Plus Jakarta Sans"/>
              </a:defRPr>
            </a:pPr>
            <a:r>
              <a:rPr sz="1425">
                <a:solidFill>
                  <a:srgbClr val="3A332B"/>
                </a:solidFill>
                <a:latin typeface="Plus Jakarta Sans"/>
                <a:ea typeface="Plus Jakarta Sans"/>
                <a:cs typeface="Plus Jakarta Sans"/>
              </a:rPr>
              <a:t>A MORE MEANINGFUL TOMORROW</a:t>
            </a:r>
          </a:p>
        </p:txBody>
      </p:sp>
    </p:spTree>
    <p:extLst>
      <p:ext uri="{BB962C8B-B14F-4D97-AF65-F5344CB8AC3E}">
        <p14:creationId xmlns:p14="http://schemas.microsoft.com/office/powerpoint/2010/main" val="1756813725"/>
      </p:ext>
    </p:extLst>
  </p:cSld>
</p:sld>
</file>

<file path=ppt/slides/slide2.xml><?xml version="1.0" encoding="utf-8"?>
<p:sld xmlns:p="http://schemas.openxmlformats.org/presentationml/2006/main">
  <p:cSld>
    <p:bg>
      <p:bgPr>
        <a:solidFill xmlns:a="http://schemas.openxmlformats.org/drawingml/2006/main">
          <a:srgbClr val="F6F3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1E28B46-F00E-4CBE-8894-A788FFF35B8F}"/>
              </a:ext>
            </a:extLst>
          </p:cNvPr>
          <p:cNvSpPr>
            <a:spLocks xmlns:a="http://schemas.openxmlformats.org/drawingml/2006/main" noGrp="1"/>
          </p:cNvSpPr>
          <p:nvPr/>
        </p:nvSpPr>
        <p:spPr>
          <a:xfrm xmlns:a="http://schemas.openxmlformats.org/drawingml/2006/main">
            <a:off x="714375" y="457200"/>
            <a:ext cx="1285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OUR WORLD</a:t>
            </a:r>
          </a:p>
        </p:txBody>
      </p:sp>
      <p:sp>
        <p:nvSpPr>
          <p:cNvPr id="2" name="">
            <a:extLst xmlns:a="http://schemas.openxmlformats.org/drawingml/2006/main">
              <a:ext uri="{FF2B5EF4-FFF2-40B4-BE49-F238E27FC236}">
                <a16:creationId xmlns:a16="http://schemas.microsoft.com/office/drawing/2014/main" id="{F377D3C5-F4D0-45CF-8021-9381774A8699}"/>
              </a:ext>
            </a:extLst>
          </p:cNvPr>
          <p:cNvSpPr>
            <a:spLocks xmlns:a="http://schemas.openxmlformats.org/drawingml/2006/main" noGrp="1"/>
          </p:cNvSpPr>
          <p:nvPr/>
        </p:nvSpPr>
        <p:spPr>
          <a:xfrm xmlns:a="http://schemas.openxmlformats.org/drawingml/2006/main">
            <a:off x="13906500" y="79057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02</a:t>
            </a:r>
          </a:p>
        </p:txBody>
      </p:sp>
      <p:sp>
        <p:nvSpPr>
          <p:cNvPr id="3" name="">
            <a:extLst xmlns:a="http://schemas.openxmlformats.org/drawingml/2006/main">
              <a:ext uri="{FF2B5EF4-FFF2-40B4-BE49-F238E27FC236}">
                <a16:creationId xmlns:a16="http://schemas.microsoft.com/office/drawing/2014/main" id="{E2BDCEED-3033-447F-A589-87FFDE08F3C4}"/>
              </a:ext>
            </a:extLst>
          </p:cNvPr>
          <p:cNvSpPr>
            <a:spLocks xmlns:a="http://schemas.openxmlformats.org/drawingml/2006/main" noGrp="1"/>
          </p:cNvSpPr>
          <p:nvPr/>
        </p:nvSpPr>
        <p:spPr>
          <a:xfrm xmlns:a="http://schemas.openxmlformats.org/drawingml/2006/main">
            <a:off x="714375" y="1809750"/>
            <a:ext cx="62865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100">
                <a:solidFill>
                  <a:srgbClr val="3A332B"/>
                </a:solidFill>
                <a:latin typeface="Playfair Display"/>
                <a:ea typeface="Playfair Display"/>
                <a:cs typeface="Playfair Display"/>
              </a:defRPr>
            </a:pPr>
            <a:r>
              <a:rPr sz="8100">
                <a:solidFill>
                  <a:srgbClr val="3A332B"/>
                </a:solidFill>
                <a:latin typeface="Playfair Display"/>
                <a:ea typeface="Playfair Display"/>
                <a:cs typeface="Playfair Display"/>
              </a:rPr>
              <a:t>More than</a:t>
            </a:r>
          </a:p>
          <a:p xmlns:a="http://schemas.openxmlformats.org/drawingml/2006/main">
            <a:pPr>
              <a:defRPr sz="8100">
                <a:solidFill>
                  <a:srgbClr val="3A332B"/>
                </a:solidFill>
                <a:latin typeface="Playfair Display"/>
                <a:ea typeface="Playfair Display"/>
                <a:cs typeface="Playfair Display"/>
              </a:defRPr>
            </a:pPr>
            <a:r>
              <a:rPr sz="8100">
                <a:solidFill>
                  <a:srgbClr val="3A332B"/>
                </a:solidFill>
                <a:latin typeface="Playfair Display"/>
                <a:ea typeface="Playfair Display"/>
                <a:cs typeface="Playfair Display"/>
              </a:rPr>
              <a:t>a place.</a:t>
            </a:r>
          </a:p>
        </p:txBody>
      </p:sp>
      <p:sp>
        <p:nvSpPr>
          <p:cNvPr id="4" name="">
            <a:extLst xmlns:a="http://schemas.openxmlformats.org/drawingml/2006/main">
              <a:ext uri="{FF2B5EF4-FFF2-40B4-BE49-F238E27FC236}">
                <a16:creationId xmlns:a16="http://schemas.microsoft.com/office/drawing/2014/main" id="{E46C47F1-2614-44EF-847C-124213F5D29C}"/>
              </a:ext>
            </a:extLst>
          </p:cNvPr>
          <p:cNvSpPr>
            <a:spLocks xmlns:a="http://schemas.openxmlformats.org/drawingml/2006/main" noGrp="1"/>
          </p:cNvSpPr>
          <p:nvPr/>
        </p:nvSpPr>
        <p:spPr>
          <a:xfrm xmlns:a="http://schemas.openxmlformats.org/drawingml/2006/main">
            <a:off x="762000" y="5619750"/>
            <a:ext cx="5238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a:solidFill>
                  <a:srgbClr val="3A332B"/>
                </a:solidFill>
                <a:latin typeface="Plus Jakarta Sans"/>
                <a:ea typeface="Plus Jakarta Sans"/>
                <a:cs typeface="Plus Jakarta Sans"/>
              </a:defRPr>
            </a:pPr>
            <a:r>
              <a:rPr sz="2100">
                <a:solidFill>
                  <a:srgbClr val="3A332B"/>
                </a:solidFill>
                <a:latin typeface="Plus Jakarta Sans"/>
                <a:ea typeface="Plus Jakarta Sans"/>
                <a:cs typeface="Plus Jakarta Sans"/>
              </a:rPr>
              <a:t>Culture. People. Nature.</a:t>
            </a:r>
          </a:p>
          <a:p xmlns:a="http://schemas.openxmlformats.org/drawingml/2006/main">
            <a:pPr>
              <a:defRPr sz="2100">
                <a:solidFill>
                  <a:srgbClr val="3A332B"/>
                </a:solidFill>
                <a:latin typeface="Plus Jakarta Sans"/>
                <a:ea typeface="Plus Jakarta Sans"/>
                <a:cs typeface="Plus Jakarta Sans"/>
              </a:defRPr>
            </a:pPr>
            <a:r>
              <a:rPr sz="2100">
                <a:solidFill>
                  <a:srgbClr val="3A332B"/>
                </a:solidFill>
                <a:latin typeface="Plus Jakarta Sans"/>
                <a:ea typeface="Plus Jakarta Sans"/>
                <a:cs typeface="Plus Jakarta Sans"/>
              </a:rPr>
              <a:t>A slower tomorrow.</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70534cbd05a43af"/>
          <a:srcRect xmlns:a="http://schemas.openxmlformats.org/drawingml/2006/main" l="20750" t="0" r="20750" b="0"/>
          <a:stretch xmlns:a="http://schemas.openxmlformats.org/drawingml/2006/main">
            <a:fillRect l="0" t="0" r="0" b="0"/>
          </a:stretch>
        </p:blipFill>
        <p:spPr>
          <a:xfrm xmlns:a="http://schemas.openxmlformats.org/drawingml/2006/main">
            <a:off x="7524750" y="0"/>
            <a:ext cx="7715250" cy="8572500"/>
          </a:xfrm>
          <a:prstGeom xmlns:a="http://schemas.openxmlformats.org/drawingml/2006/main" prst="rect">
            <a:avLst/>
          </a:prstGeom>
        </p:spPr>
      </p:pic>
    </p:spTree>
    <p:extLst>
      <p:ext uri="{BB962C8B-B14F-4D97-AF65-F5344CB8AC3E}">
        <p14:creationId xmlns:p14="http://schemas.microsoft.com/office/powerpoint/2010/main" val="1705751989"/>
      </p:ext>
    </p:extLst>
  </p:cSld>
</p:sld>
</file>

<file path=ppt/slides/slide3.xml><?xml version="1.0" encoding="utf-8"?>
<p:sld xmlns:p="http://schemas.openxmlformats.org/presentationml/2006/main">
  <p:cSld>
    <p:bg>
      <p:bgPr>
        <a:solidFill xmlns:a="http://schemas.openxmlformats.org/drawingml/2006/main">
          <a:srgbClr val="F6F3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80F48BB-AEB0-4705-AB4A-CC41CAE9AFC9}"/>
              </a:ext>
            </a:extLst>
          </p:cNvPr>
          <p:cNvSpPr>
            <a:spLocks xmlns:a="http://schemas.openxmlformats.org/drawingml/2006/main" noGrp="1"/>
          </p:cNvSpPr>
          <p:nvPr/>
        </p:nvSpPr>
        <p:spPr>
          <a:xfrm xmlns:a="http://schemas.openxmlformats.org/drawingml/2006/main">
            <a:off x="714375" y="457200"/>
            <a:ext cx="1285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THE IDEA</a:t>
            </a:r>
          </a:p>
        </p:txBody>
      </p:sp>
      <p:sp>
        <p:nvSpPr>
          <p:cNvPr id="2" name="">
            <a:extLst xmlns:a="http://schemas.openxmlformats.org/drawingml/2006/main">
              <a:ext uri="{FF2B5EF4-FFF2-40B4-BE49-F238E27FC236}">
                <a16:creationId xmlns:a16="http://schemas.microsoft.com/office/drawing/2014/main" id="{FF89A317-334E-4D97-9A35-9FFC5232B379}"/>
              </a:ext>
            </a:extLst>
          </p:cNvPr>
          <p:cNvSpPr>
            <a:spLocks xmlns:a="http://schemas.openxmlformats.org/drawingml/2006/main" noGrp="1"/>
          </p:cNvSpPr>
          <p:nvPr/>
        </p:nvSpPr>
        <p:spPr>
          <a:xfrm xmlns:a="http://schemas.openxmlformats.org/drawingml/2006/main">
            <a:off x="13906500" y="79057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03</a:t>
            </a:r>
          </a:p>
        </p:txBody>
      </p:sp>
      <p:sp>
        <p:nvSpPr>
          <p:cNvPr id="3" name="">
            <a:extLst xmlns:a="http://schemas.openxmlformats.org/drawingml/2006/main">
              <a:ext uri="{FF2B5EF4-FFF2-40B4-BE49-F238E27FC236}">
                <a16:creationId xmlns:a16="http://schemas.microsoft.com/office/drawing/2014/main" id="{E070EDAE-9E1E-4A20-BAED-3B26F27FF2E9}"/>
              </a:ext>
            </a:extLst>
          </p:cNvPr>
          <p:cNvSpPr>
            <a:spLocks xmlns:a="http://schemas.openxmlformats.org/drawingml/2006/main" noGrp="1"/>
          </p:cNvSpPr>
          <p:nvPr/>
        </p:nvSpPr>
        <p:spPr>
          <a:xfrm xmlns:a="http://schemas.openxmlformats.org/drawingml/2006/main">
            <a:off x="714375" y="1666875"/>
            <a:ext cx="76200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900">
                <a:solidFill>
                  <a:srgbClr val="3A332B"/>
                </a:solidFill>
                <a:latin typeface="Playfair Display"/>
                <a:ea typeface="Playfair Display"/>
                <a:cs typeface="Playfair Display"/>
              </a:defRPr>
            </a:pPr>
            <a:r>
              <a:rPr sz="6900">
                <a:solidFill>
                  <a:srgbClr val="3A332B"/>
                </a:solidFill>
                <a:latin typeface="Playfair Display"/>
                <a:ea typeface="Playfair Display"/>
                <a:cs typeface="Playfair Display"/>
              </a:rPr>
              <a:t>Rooted in today,</a:t>
            </a:r>
          </a:p>
          <a:p xmlns:a="http://schemas.openxmlformats.org/drawingml/2006/main">
            <a:pPr>
              <a:defRPr sz="6900">
                <a:solidFill>
                  <a:srgbClr val="3A332B"/>
                </a:solidFill>
                <a:latin typeface="Playfair Display"/>
                <a:ea typeface="Playfair Display"/>
                <a:cs typeface="Playfair Display"/>
              </a:defRPr>
            </a:pPr>
            <a:r>
              <a:rPr sz="6900">
                <a:solidFill>
                  <a:srgbClr val="3A332B"/>
                </a:solidFill>
                <a:latin typeface="Playfair Display"/>
                <a:ea typeface="Playfair Display"/>
                <a:cs typeface="Playfair Display"/>
              </a:rPr>
              <a:t>inspired by</a:t>
            </a:r>
          </a:p>
          <a:p xmlns:a="http://schemas.openxmlformats.org/drawingml/2006/main">
            <a:pPr>
              <a:defRPr sz="6900">
                <a:solidFill>
                  <a:srgbClr val="3A332B"/>
                </a:solidFill>
                <a:latin typeface="Playfair Display"/>
                <a:ea typeface="Playfair Display"/>
                <a:cs typeface="Playfair Display"/>
              </a:defRPr>
            </a:pPr>
            <a:r>
              <a:rPr sz="6900">
                <a:solidFill>
                  <a:srgbClr val="3A332B"/>
                </a:solidFill>
                <a:latin typeface="Playfair Display"/>
                <a:ea typeface="Playfair Display"/>
                <a:cs typeface="Playfair Display"/>
              </a:rPr>
              <a:t>tomorrow.</a:t>
            </a:r>
          </a:p>
        </p:txBody>
      </p:sp>
      <p:sp>
        <p:nvSpPr>
          <p:cNvPr id="4" name="">
            <a:extLst xmlns:a="http://schemas.openxmlformats.org/drawingml/2006/main">
              <a:ext uri="{FF2B5EF4-FFF2-40B4-BE49-F238E27FC236}">
                <a16:creationId xmlns:a16="http://schemas.microsoft.com/office/drawing/2014/main" id="{F64E9EBF-1746-4F57-8305-62601323E111}"/>
              </a:ext>
            </a:extLst>
          </p:cNvPr>
          <p:cNvSpPr>
            <a:spLocks xmlns:a="http://schemas.openxmlformats.org/drawingml/2006/main" noGrp="1"/>
          </p:cNvSpPr>
          <p:nvPr/>
        </p:nvSpPr>
        <p:spPr>
          <a:xfrm xmlns:a="http://schemas.openxmlformats.org/drawingml/2006/main">
            <a:off x="762000" y="6238875"/>
            <a:ext cx="6667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a:solidFill>
                  <a:srgbClr val="3A332B"/>
                </a:solidFill>
                <a:latin typeface="Plus Jakarta Sans"/>
                <a:ea typeface="Plus Jakarta Sans"/>
                <a:cs typeface="Plus Jakarta Sans"/>
              </a:defRPr>
            </a:pPr>
            <a:r>
              <a:rPr sz="1950">
                <a:solidFill>
                  <a:srgbClr val="3A332B"/>
                </a:solidFill>
                <a:latin typeface="Plus Jakarta Sans"/>
                <a:ea typeface="Plus Jakarta Sans"/>
                <a:cs typeface="Plus Jakarta Sans"/>
              </a:rPr>
              <a:t>The same values, with a new perspective.</a:t>
            </a:r>
          </a:p>
          <a:p xmlns:a="http://schemas.openxmlformats.org/drawingml/2006/main">
            <a:pPr>
              <a:defRPr sz="1950">
                <a:solidFill>
                  <a:srgbClr val="3A332B"/>
                </a:solidFill>
                <a:latin typeface="Plus Jakarta Sans"/>
                <a:ea typeface="Plus Jakarta Sans"/>
                <a:cs typeface="Plus Jakarta Sans"/>
              </a:defRPr>
            </a:pPr>
            <a:r>
              <a:rPr sz="1950">
                <a:solidFill>
                  <a:srgbClr val="3A332B"/>
                </a:solidFill>
                <a:latin typeface="Plus Jakarta Sans"/>
                <a:ea typeface="Plus Jakarta Sans"/>
                <a:cs typeface="Plus Jakarta Sans"/>
              </a:rPr>
              <a:t>A calmer world begins with the space</a:t>
            </a:r>
          </a:p>
          <a:p xmlns:a="http://schemas.openxmlformats.org/drawingml/2006/main">
            <a:pPr>
              <a:defRPr sz="1950">
                <a:solidFill>
                  <a:srgbClr val="3A332B"/>
                </a:solidFill>
                <a:latin typeface="Plus Jakarta Sans"/>
                <a:ea typeface="Plus Jakarta Sans"/>
                <a:cs typeface="Plus Jakarta Sans"/>
              </a:defRPr>
            </a:pPr>
            <a:r>
              <a:rPr sz="1950">
                <a:solidFill>
                  <a:srgbClr val="3A332B"/>
                </a:solidFill>
                <a:latin typeface="Plus Jakarta Sans"/>
                <a:ea typeface="Plus Jakarta Sans"/>
                <a:cs typeface="Plus Jakarta Sans"/>
              </a:rPr>
              <a:t>we make for one another.</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5d35ca0723024151"/>
          <a:srcRect xmlns:a="http://schemas.openxmlformats.org/drawingml/2006/main" l="12573" t="0" r="12573" b="0"/>
          <a:stretch xmlns:a="http://schemas.openxmlformats.org/drawingml/2006/main">
            <a:fillRect l="0" t="0" r="0" b="0"/>
          </a:stretch>
        </p:blipFill>
        <p:spPr>
          <a:xfrm xmlns:a="http://schemas.openxmlformats.org/drawingml/2006/main">
            <a:off x="9144000" y="0"/>
            <a:ext cx="6096000" cy="8572500"/>
          </a:xfrm>
          <a:prstGeom xmlns:a="http://schemas.openxmlformats.org/drawingml/2006/main" prst="rect">
            <a:avLst/>
          </a:prstGeom>
        </p:spPr>
      </p:pic>
    </p:spTree>
    <p:extLst>
      <p:ext uri="{BB962C8B-B14F-4D97-AF65-F5344CB8AC3E}">
        <p14:creationId xmlns:p14="http://schemas.microsoft.com/office/powerpoint/2010/main" val="1056282215"/>
      </p:ext>
    </p:extLst>
  </p:cSld>
</p:sld>
</file>

<file path=ppt/slides/slide4.xml><?xml version="1.0" encoding="utf-8"?>
<p:sld xmlns:p="http://schemas.openxmlformats.org/presentationml/2006/main">
  <p:cSld>
    <p:bg>
      <p:bgPr>
        <a:solidFill xmlns:a="http://schemas.openxmlformats.org/drawingml/2006/main">
          <a:srgbClr val="F6F3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459C0CD-DCD6-422D-9083-B1FFBE3F85F2}"/>
              </a:ext>
            </a:extLst>
          </p:cNvPr>
          <p:cNvSpPr>
            <a:spLocks xmlns:a="http://schemas.openxmlformats.org/drawingml/2006/main" noGrp="1"/>
          </p:cNvSpPr>
          <p:nvPr/>
        </p:nvSpPr>
        <p:spPr>
          <a:xfrm xmlns:a="http://schemas.openxmlformats.org/drawingml/2006/main">
            <a:off x="714375" y="457200"/>
            <a:ext cx="1285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THE LOGO</a:t>
            </a:r>
          </a:p>
        </p:txBody>
      </p:sp>
      <p:sp>
        <p:nvSpPr>
          <p:cNvPr id="2" name="">
            <a:extLst xmlns:a="http://schemas.openxmlformats.org/drawingml/2006/main">
              <a:ext uri="{FF2B5EF4-FFF2-40B4-BE49-F238E27FC236}">
                <a16:creationId xmlns:a16="http://schemas.microsoft.com/office/drawing/2014/main" id="{13B46B4D-ABBE-4256-802F-ECF29C5B73F0}"/>
              </a:ext>
            </a:extLst>
          </p:cNvPr>
          <p:cNvSpPr>
            <a:spLocks xmlns:a="http://schemas.openxmlformats.org/drawingml/2006/main" noGrp="1"/>
          </p:cNvSpPr>
          <p:nvPr/>
        </p:nvSpPr>
        <p:spPr>
          <a:xfrm xmlns:a="http://schemas.openxmlformats.org/drawingml/2006/main">
            <a:off x="13906500" y="79057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04</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3b9c38ac3e454d1b"/>
          <a:stretch xmlns:a="http://schemas.openxmlformats.org/drawingml/2006/main"/>
        </p:blipFill>
        <p:spPr>
          <a:xfrm xmlns:a="http://schemas.openxmlformats.org/drawingml/2006/main">
            <a:off x="1047750" y="2385699"/>
            <a:ext cx="6477000" cy="4591676"/>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599DFC2-8A80-439E-AB57-F2DE225A24B9}"/>
              </a:ext>
            </a:extLst>
          </p:cNvPr>
          <p:cNvSpPr>
            <a:spLocks xmlns:a="http://schemas.openxmlformats.org/drawingml/2006/main" noGrp="1"/>
          </p:cNvSpPr>
          <p:nvPr/>
        </p:nvSpPr>
        <p:spPr>
          <a:xfrm xmlns:a="http://schemas.openxmlformats.org/drawingml/2006/main">
            <a:off x="8953500" y="2095500"/>
            <a:ext cx="542925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00">
                <a:solidFill>
                  <a:srgbClr val="3A332B"/>
                </a:solidFill>
                <a:latin typeface="Playfair Display"/>
                <a:ea typeface="Playfair Display"/>
                <a:cs typeface="Playfair Display"/>
              </a:defRPr>
            </a:pPr>
            <a:r>
              <a:rPr sz="4800">
                <a:solidFill>
                  <a:srgbClr val="3A332B"/>
                </a:solidFill>
                <a:latin typeface="Playfair Display"/>
                <a:ea typeface="Playfair Display"/>
                <a:cs typeface="Playfair Display"/>
              </a:rPr>
              <a:t>A familiar form.</a:t>
            </a:r>
          </a:p>
          <a:p xmlns:a="http://schemas.openxmlformats.org/drawingml/2006/main">
            <a:pPr>
              <a:defRPr sz="4800">
                <a:solidFill>
                  <a:srgbClr val="3A332B"/>
                </a:solidFill>
                <a:latin typeface="Playfair Display"/>
                <a:ea typeface="Playfair Display"/>
                <a:cs typeface="Playfair Display"/>
              </a:defRPr>
            </a:pPr>
            <a:r>
              <a:rPr sz="4800">
                <a:solidFill>
                  <a:srgbClr val="3A332B"/>
                </a:solidFill>
                <a:latin typeface="Playfair Display"/>
                <a:ea typeface="Playfair Display"/>
                <a:cs typeface="Playfair Display"/>
              </a:rPr>
              <a:t>An open gesture.</a:t>
            </a:r>
          </a:p>
        </p:txBody>
      </p:sp>
      <p:sp>
        <p:nvSpPr>
          <p:cNvPr id="5" name="">
            <a:extLst xmlns:a="http://schemas.openxmlformats.org/drawingml/2006/main">
              <a:ext uri="{FF2B5EF4-FFF2-40B4-BE49-F238E27FC236}">
                <a16:creationId xmlns:a16="http://schemas.microsoft.com/office/drawing/2014/main" id="{3CE80D88-E21D-43C4-B9FB-FD6CD2C2CE44}"/>
              </a:ext>
            </a:extLst>
          </p:cNvPr>
          <p:cNvSpPr>
            <a:spLocks xmlns:a="http://schemas.openxmlformats.org/drawingml/2006/main" noGrp="1"/>
          </p:cNvSpPr>
          <p:nvPr/>
        </p:nvSpPr>
        <p:spPr>
          <a:xfrm xmlns:a="http://schemas.openxmlformats.org/drawingml/2006/main">
            <a:off x="9001125" y="5191125"/>
            <a:ext cx="538162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a:solidFill>
                  <a:srgbClr val="3A332B"/>
                </a:solidFill>
                <a:latin typeface="Plus Jakarta Sans"/>
                <a:ea typeface="Plus Jakarta Sans"/>
                <a:cs typeface="Plus Jakarta Sans"/>
              </a:defRPr>
            </a:pPr>
            <a:r>
              <a:rPr sz="1950">
                <a:solidFill>
                  <a:srgbClr val="3A332B"/>
                </a:solidFill>
                <a:latin typeface="Plus Jakarta Sans"/>
                <a:ea typeface="Plus Jakarta Sans"/>
                <a:cs typeface="Plus Jakarta Sans"/>
              </a:rPr>
              <a:t>Inspired by traditional Thai architecture,</a:t>
            </a:r>
          </a:p>
          <a:p xmlns:a="http://schemas.openxmlformats.org/drawingml/2006/main">
            <a:pPr>
              <a:defRPr sz="1950">
                <a:solidFill>
                  <a:srgbClr val="3A332B"/>
                </a:solidFill>
                <a:latin typeface="Plus Jakarta Sans"/>
                <a:ea typeface="Plus Jakarta Sans"/>
                <a:cs typeface="Plus Jakarta Sans"/>
              </a:defRPr>
            </a:pPr>
            <a:r>
              <a:rPr sz="1950">
                <a:solidFill>
                  <a:srgbClr val="3A332B"/>
                </a:solidFill>
                <a:latin typeface="Plus Jakarta Sans"/>
                <a:ea typeface="Plus Jakarta Sans"/>
                <a:cs typeface="Plus Jakarta Sans"/>
              </a:rPr>
              <a:t>the symbol expresses balance, openness</a:t>
            </a:r>
          </a:p>
          <a:p xmlns:a="http://schemas.openxmlformats.org/drawingml/2006/main">
            <a:pPr>
              <a:defRPr sz="1950">
                <a:solidFill>
                  <a:srgbClr val="3A332B"/>
                </a:solidFill>
                <a:latin typeface="Plus Jakarta Sans"/>
                <a:ea typeface="Plus Jakarta Sans"/>
                <a:cs typeface="Plus Jakarta Sans"/>
              </a:defRPr>
            </a:pPr>
            <a:r>
              <a:rPr sz="1950">
                <a:solidFill>
                  <a:srgbClr val="3A332B"/>
                </a:solidFill>
                <a:latin typeface="Plus Jakarta Sans"/>
                <a:ea typeface="Plus Jakarta Sans"/>
                <a:cs typeface="Plus Jakarta Sans"/>
              </a:rPr>
              <a:t>and a brighter tomorrow.</a:t>
            </a:r>
          </a:p>
        </p:txBody>
      </p:sp>
    </p:spTree>
    <p:extLst>
      <p:ext uri="{BB962C8B-B14F-4D97-AF65-F5344CB8AC3E}">
        <p14:creationId xmlns:p14="http://schemas.microsoft.com/office/powerpoint/2010/main" val="1931978832"/>
      </p:ext>
    </p:extLst>
  </p:cSld>
</p:sld>
</file>

<file path=ppt/slides/slide5.xml><?xml version="1.0" encoding="utf-8"?>
<p:sld xmlns:p="http://schemas.openxmlformats.org/presentationml/2006/main">
  <p:cSld>
    <p:bg>
      <p:bgPr>
        <a:solidFill xmlns:a="http://schemas.openxmlformats.org/drawingml/2006/main">
          <a:srgbClr val="F6F3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79B8DBD-D535-4AF6-9F12-431059512BCD}"/>
              </a:ext>
            </a:extLst>
          </p:cNvPr>
          <p:cNvSpPr>
            <a:spLocks xmlns:a="http://schemas.openxmlformats.org/drawingml/2006/main" noGrp="1"/>
          </p:cNvSpPr>
          <p:nvPr/>
        </p:nvSpPr>
        <p:spPr>
          <a:xfrm xmlns:a="http://schemas.openxmlformats.org/drawingml/2006/main">
            <a:off x="714375" y="457200"/>
            <a:ext cx="1285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LOGO USE</a:t>
            </a:r>
          </a:p>
        </p:txBody>
      </p:sp>
      <p:sp>
        <p:nvSpPr>
          <p:cNvPr id="2" name="">
            <a:extLst xmlns:a="http://schemas.openxmlformats.org/drawingml/2006/main">
              <a:ext uri="{FF2B5EF4-FFF2-40B4-BE49-F238E27FC236}">
                <a16:creationId xmlns:a16="http://schemas.microsoft.com/office/drawing/2014/main" id="{3FDFB9D3-C81F-4FE6-B1BE-AC6D1C26DB19}"/>
              </a:ext>
            </a:extLst>
          </p:cNvPr>
          <p:cNvSpPr>
            <a:spLocks xmlns:a="http://schemas.openxmlformats.org/drawingml/2006/main" noGrp="1"/>
          </p:cNvSpPr>
          <p:nvPr/>
        </p:nvSpPr>
        <p:spPr>
          <a:xfrm xmlns:a="http://schemas.openxmlformats.org/drawingml/2006/main">
            <a:off x="13906500" y="79057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05</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108d8b2f43a34929"/>
          <a:stretch xmlns:a="http://schemas.openxmlformats.org/drawingml/2006/main"/>
        </p:blipFill>
        <p:spPr>
          <a:xfrm xmlns:a="http://schemas.openxmlformats.org/drawingml/2006/main">
            <a:off x="1428750" y="2619375"/>
            <a:ext cx="4953000" cy="28575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6828D51-72E2-491E-816E-63F411D11913}"/>
              </a:ext>
            </a:extLst>
          </p:cNvPr>
          <p:cNvSpPr>
            <a:spLocks xmlns:a="http://schemas.openxmlformats.org/drawingml/2006/main" noGrp="1"/>
          </p:cNvSpPr>
          <p:nvPr/>
        </p:nvSpPr>
        <p:spPr>
          <a:xfrm xmlns:a="http://schemas.openxmlformats.org/drawingml/2006/main">
            <a:off x="8096250" y="1714500"/>
            <a:ext cx="6381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250">
                <a:solidFill>
                  <a:srgbClr val="3A332B"/>
                </a:solidFill>
                <a:latin typeface="Playfair Display"/>
                <a:ea typeface="Playfair Display"/>
                <a:cs typeface="Playfair Display"/>
              </a:defRPr>
            </a:pPr>
            <a:r>
              <a:rPr sz="5250">
                <a:solidFill>
                  <a:srgbClr val="3A332B"/>
                </a:solidFill>
                <a:latin typeface="Playfair Display"/>
                <a:ea typeface="Playfair Display"/>
                <a:cs typeface="Playfair Display"/>
              </a:rPr>
              <a:t>Room to breathe</a:t>
            </a:r>
          </a:p>
        </p:txBody>
      </p:sp>
      <p:sp>
        <p:nvSpPr>
          <p:cNvPr id="5" name="">
            <a:extLst xmlns:a="http://schemas.openxmlformats.org/drawingml/2006/main">
              <a:ext uri="{FF2B5EF4-FFF2-40B4-BE49-F238E27FC236}">
                <a16:creationId xmlns:a16="http://schemas.microsoft.com/office/drawing/2014/main" id="{6B76A208-F11F-48DA-9ED4-A9C7FD4AB725}"/>
              </a:ext>
            </a:extLst>
          </p:cNvPr>
          <p:cNvSpPr>
            <a:spLocks xmlns:a="http://schemas.openxmlformats.org/drawingml/2006/main" noGrp="1"/>
          </p:cNvSpPr>
          <p:nvPr/>
        </p:nvSpPr>
        <p:spPr>
          <a:xfrm xmlns:a="http://schemas.openxmlformats.org/drawingml/2006/main">
            <a:off x="8143875" y="3571875"/>
            <a:ext cx="62865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a:solidFill>
                  <a:srgbClr val="3A332B"/>
                </a:solidFill>
                <a:latin typeface="Plus Jakarta Sans"/>
                <a:ea typeface="Plus Jakarta Sans"/>
                <a:cs typeface="Plus Jakarta Sans"/>
              </a:defRPr>
            </a:pPr>
            <a:r>
              <a:rPr sz="2025">
                <a:solidFill>
                  <a:srgbClr val="3A332B"/>
                </a:solidFill>
                <a:latin typeface="Plus Jakarta Sans"/>
                <a:ea typeface="Plus Jakarta Sans"/>
                <a:cs typeface="Plus Jakarta Sans"/>
              </a:rPr>
              <a:t>Keep the symbol and wordmark in their</a:t>
            </a:r>
          </a:p>
          <a:p xmlns:a="http://schemas.openxmlformats.org/drawingml/2006/main">
            <a:pPr>
              <a:defRPr sz="2025">
                <a:solidFill>
                  <a:srgbClr val="3A332B"/>
                </a:solidFill>
                <a:latin typeface="Plus Jakarta Sans"/>
                <a:ea typeface="Plus Jakarta Sans"/>
                <a:cs typeface="Plus Jakarta Sans"/>
              </a:defRPr>
            </a:pPr>
            <a:r>
              <a:rPr sz="2025">
                <a:solidFill>
                  <a:srgbClr val="3A332B"/>
                </a:solidFill>
                <a:latin typeface="Plus Jakarta Sans"/>
                <a:ea typeface="Plus Jakarta Sans"/>
                <a:cs typeface="Plus Jakarta Sans"/>
              </a:rPr>
              <a:t>original proportions. Leave clear space</a:t>
            </a:r>
          </a:p>
          <a:p xmlns:a="http://schemas.openxmlformats.org/drawingml/2006/main">
            <a:pPr>
              <a:defRPr sz="2025">
                <a:solidFill>
                  <a:srgbClr val="3A332B"/>
                </a:solidFill>
                <a:latin typeface="Plus Jakarta Sans"/>
                <a:ea typeface="Plus Jakarta Sans"/>
                <a:cs typeface="Plus Jakarta Sans"/>
              </a:defRPr>
            </a:pPr>
            <a:r>
              <a:rPr sz="2025">
                <a:solidFill>
                  <a:srgbClr val="3A332B"/>
                </a:solidFill>
                <a:latin typeface="Plus Jakarta Sans"/>
                <a:ea typeface="Plus Jakarta Sans"/>
                <a:cs typeface="Plus Jakarta Sans"/>
              </a:rPr>
              <a:t>around the complete signature.</a:t>
            </a:r>
          </a:p>
          <a:p xmlns:a="http://schemas.openxmlformats.org/drawingml/2006/main">
            <a:r>
              <a:t/>
            </a:r>
          </a:p>
          <a:p xmlns:a="http://schemas.openxmlformats.org/drawingml/2006/main">
            <a:pPr>
              <a:defRPr sz="2025">
                <a:solidFill>
                  <a:srgbClr val="3A332B"/>
                </a:solidFill>
                <a:latin typeface="Plus Jakarta Sans"/>
                <a:ea typeface="Plus Jakarta Sans"/>
                <a:cs typeface="Plus Jakarta Sans"/>
              </a:defRPr>
            </a:pPr>
            <a:r>
              <a:rPr sz="2025">
                <a:solidFill>
                  <a:srgbClr val="3A332B"/>
                </a:solidFill>
                <a:latin typeface="Plus Jakarta Sans"/>
                <a:ea typeface="Plus Jakarta Sans"/>
                <a:cs typeface="Plus Jakarta Sans"/>
              </a:rPr>
              <a:t>Use earth on ivory for the primary identity.</a:t>
            </a:r>
          </a:p>
          <a:p xmlns:a="http://schemas.openxmlformats.org/drawingml/2006/main">
            <a:pPr>
              <a:defRPr sz="2025">
                <a:solidFill>
                  <a:srgbClr val="3A332B"/>
                </a:solidFill>
                <a:latin typeface="Plus Jakarta Sans"/>
                <a:ea typeface="Plus Jakarta Sans"/>
                <a:cs typeface="Plus Jakarta Sans"/>
              </a:defRPr>
            </a:pPr>
            <a:r>
              <a:rPr sz="2025">
                <a:solidFill>
                  <a:srgbClr val="3A332B"/>
                </a:solidFill>
                <a:latin typeface="Plus Jakarta Sans"/>
                <a:ea typeface="Plus Jakarta Sans"/>
                <a:cs typeface="Plus Jakarta Sans"/>
              </a:rPr>
              <a:t>Use the symbol alone when the brand</a:t>
            </a:r>
          </a:p>
          <a:p xmlns:a="http://schemas.openxmlformats.org/drawingml/2006/main">
            <a:pPr>
              <a:defRPr sz="2025">
                <a:solidFill>
                  <a:srgbClr val="3A332B"/>
                </a:solidFill>
                <a:latin typeface="Plus Jakarta Sans"/>
                <a:ea typeface="Plus Jakarta Sans"/>
                <a:cs typeface="Plus Jakarta Sans"/>
              </a:defRPr>
            </a:pPr>
            <a:r>
              <a:rPr sz="2025">
                <a:solidFill>
                  <a:srgbClr val="3A332B"/>
                </a:solidFill>
                <a:latin typeface="Plus Jakarta Sans"/>
                <a:ea typeface="Plus Jakarta Sans"/>
                <a:cs typeface="Plus Jakarta Sans"/>
              </a:rPr>
              <a:t>name is already present nearby.</a:t>
            </a:r>
          </a:p>
        </p:txBody>
      </p:sp>
      <p:sp>
        <p:nvSpPr>
          <p:cNvPr id="6" name="">
            <a:extLst xmlns:a="http://schemas.openxmlformats.org/drawingml/2006/main">
              <a:ext uri="{FF2B5EF4-FFF2-40B4-BE49-F238E27FC236}">
                <a16:creationId xmlns:a16="http://schemas.microsoft.com/office/drawing/2014/main" id="{0486EA5B-203E-4AEC-A5A1-149A492FA1D5}"/>
              </a:ext>
            </a:extLst>
          </p:cNvPr>
          <p:cNvSpPr>
            <a:spLocks xmlns:a="http://schemas.openxmlformats.org/drawingml/2006/main" noGrp="1"/>
          </p:cNvSpPr>
          <p:nvPr/>
        </p:nvSpPr>
        <p:spPr>
          <a:xfrm xmlns:a="http://schemas.openxmlformats.org/drawingml/2006/main">
            <a:off x="1476375" y="6810375"/>
            <a:ext cx="581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3A332B"/>
                </a:solidFill>
                <a:latin typeface="Plus Jakarta Sans"/>
                <a:ea typeface="Plus Jakarta Sans"/>
                <a:cs typeface="Plus Jakarta Sans"/>
              </a:defRPr>
            </a:pPr>
            <a:r>
              <a:rPr sz="1350">
                <a:solidFill>
                  <a:srgbClr val="3A332B"/>
                </a:solidFill>
                <a:latin typeface="Plus Jakarta Sans"/>
                <a:ea typeface="Plus Jakarta Sans"/>
                <a:cs typeface="Plus Jakarta Sans"/>
              </a:rPr>
              <a:t>Artwork source: supplied brand board</a:t>
            </a:r>
          </a:p>
        </p:txBody>
      </p:sp>
    </p:spTree>
    <p:extLst>
      <p:ext uri="{BB962C8B-B14F-4D97-AF65-F5344CB8AC3E}">
        <p14:creationId xmlns:p14="http://schemas.microsoft.com/office/powerpoint/2010/main" val="165373831"/>
      </p:ext>
    </p:extLst>
  </p:cSld>
</p:sld>
</file>

<file path=ppt/slides/slide6.xml><?xml version="1.0" encoding="utf-8"?>
<p:sld xmlns:p="http://schemas.openxmlformats.org/presentationml/2006/main">
  <p:cSld>
    <p:bg>
      <p:bgPr>
        <a:solidFill xmlns:a="http://schemas.openxmlformats.org/drawingml/2006/main">
          <a:srgbClr val="3A332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0B2BA21-6056-439B-9D09-BAC5FFAEF3EA}"/>
              </a:ext>
            </a:extLst>
          </p:cNvPr>
          <p:cNvSpPr>
            <a:spLocks xmlns:a="http://schemas.openxmlformats.org/drawingml/2006/main" noGrp="1"/>
          </p:cNvSpPr>
          <p:nvPr/>
        </p:nvSpPr>
        <p:spPr>
          <a:xfrm xmlns:a="http://schemas.openxmlformats.org/drawingml/2006/main">
            <a:off x="714375" y="457200"/>
            <a:ext cx="1285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D9CEC2"/>
                </a:solidFill>
                <a:latin typeface="Plus Jakarta Sans"/>
                <a:ea typeface="Plus Jakarta Sans"/>
                <a:cs typeface="Plus Jakarta Sans"/>
              </a:defRPr>
            </a:pPr>
            <a:r>
              <a:rPr sz="1125">
                <a:solidFill>
                  <a:srgbClr val="D9CEC2"/>
                </a:solidFill>
                <a:latin typeface="Plus Jakarta Sans"/>
                <a:ea typeface="Plus Jakarta Sans"/>
                <a:cs typeface="Plus Jakarta Sans"/>
              </a:rPr>
              <a:t>SUPERGRAPHIC</a:t>
            </a:r>
          </a:p>
        </p:txBody>
      </p:sp>
      <p:sp>
        <p:nvSpPr>
          <p:cNvPr id="2" name="">
            <a:extLst xmlns:a="http://schemas.openxmlformats.org/drawingml/2006/main">
              <a:ext uri="{FF2B5EF4-FFF2-40B4-BE49-F238E27FC236}">
                <a16:creationId xmlns:a16="http://schemas.microsoft.com/office/drawing/2014/main" id="{30A8406D-6EF0-4F45-8275-1D01C74F07B2}"/>
              </a:ext>
            </a:extLst>
          </p:cNvPr>
          <p:cNvSpPr>
            <a:spLocks xmlns:a="http://schemas.openxmlformats.org/drawingml/2006/main" noGrp="1"/>
          </p:cNvSpPr>
          <p:nvPr/>
        </p:nvSpPr>
        <p:spPr>
          <a:xfrm xmlns:a="http://schemas.openxmlformats.org/drawingml/2006/main">
            <a:off x="13906500" y="79057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D9CEC2"/>
                </a:solidFill>
                <a:latin typeface="Plus Jakarta Sans"/>
                <a:ea typeface="Plus Jakarta Sans"/>
                <a:cs typeface="Plus Jakarta Sans"/>
              </a:defRPr>
            </a:pPr>
            <a:r>
              <a:rPr sz="1125">
                <a:solidFill>
                  <a:srgbClr val="D9CEC2"/>
                </a:solidFill>
                <a:latin typeface="Plus Jakarta Sans"/>
                <a:ea typeface="Plus Jakarta Sans"/>
                <a:cs typeface="Plus Jakarta Sans"/>
              </a:rPr>
              <a:t>06</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840963de5c5847f9"/>
          <a:srcRect xmlns:a="http://schemas.openxmlformats.org/drawingml/2006/main" l="12828" t="0" r="12828" b="0"/>
          <a:stretch xmlns:a="http://schemas.openxmlformats.org/drawingml/2006/main">
            <a:fillRect l="0" t="0" r="0" b="0"/>
          </a:stretch>
        </p:blipFill>
        <p:spPr>
          <a:xfrm xmlns:a="http://schemas.openxmlformats.org/drawingml/2006/main">
            <a:off x="0" y="0"/>
            <a:ext cx="8096250" cy="85725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2FB41B6-7DE9-4C77-9E3A-BC8CFBD6C446}"/>
              </a:ext>
            </a:extLst>
          </p:cNvPr>
          <p:cNvSpPr>
            <a:spLocks xmlns:a="http://schemas.openxmlformats.org/drawingml/2006/main" noGrp="1"/>
          </p:cNvSpPr>
          <p:nvPr/>
        </p:nvSpPr>
        <p:spPr>
          <a:xfrm xmlns:a="http://schemas.openxmlformats.org/drawingml/2006/main">
            <a:off x="8953500" y="1714500"/>
            <a:ext cx="56197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475">
                <a:solidFill>
                  <a:srgbClr val="D9CEC2"/>
                </a:solidFill>
                <a:latin typeface="Playfair Display"/>
                <a:ea typeface="Playfair Display"/>
                <a:cs typeface="Playfair Display"/>
              </a:defRPr>
            </a:pPr>
            <a:r>
              <a:rPr sz="5475">
                <a:solidFill>
                  <a:srgbClr val="D9CEC2"/>
                </a:solidFill>
                <a:latin typeface="Playfair Display"/>
                <a:ea typeface="Playfair Display"/>
                <a:cs typeface="Playfair Display"/>
              </a:rPr>
              <a:t>One gesture.</a:t>
            </a:r>
          </a:p>
          <a:p xmlns:a="http://schemas.openxmlformats.org/drawingml/2006/main">
            <a:pPr>
              <a:defRPr sz="5475">
                <a:solidFill>
                  <a:srgbClr val="D9CEC2"/>
                </a:solidFill>
                <a:latin typeface="Playfair Display"/>
                <a:ea typeface="Playfair Display"/>
                <a:cs typeface="Playfair Display"/>
              </a:defRPr>
            </a:pPr>
            <a:r>
              <a:rPr sz="5475">
                <a:solidFill>
                  <a:srgbClr val="D9CEC2"/>
                </a:solidFill>
                <a:latin typeface="Playfair Display"/>
                <a:ea typeface="Playfair Display"/>
                <a:cs typeface="Playfair Display"/>
              </a:rPr>
              <a:t>A larger presence.</a:t>
            </a:r>
          </a:p>
        </p:txBody>
      </p:sp>
      <p:sp>
        <p:nvSpPr>
          <p:cNvPr id="5" name="">
            <a:extLst xmlns:a="http://schemas.openxmlformats.org/drawingml/2006/main">
              <a:ext uri="{FF2B5EF4-FFF2-40B4-BE49-F238E27FC236}">
                <a16:creationId xmlns:a16="http://schemas.microsoft.com/office/drawing/2014/main" id="{0491116D-6061-4182-8A8E-2EE3AEF129B4}"/>
              </a:ext>
            </a:extLst>
          </p:cNvPr>
          <p:cNvSpPr>
            <a:spLocks xmlns:a="http://schemas.openxmlformats.org/drawingml/2006/main" noGrp="1"/>
          </p:cNvSpPr>
          <p:nvPr/>
        </p:nvSpPr>
        <p:spPr>
          <a:xfrm xmlns:a="http://schemas.openxmlformats.org/drawingml/2006/main">
            <a:off x="9001125" y="5476875"/>
            <a:ext cx="5334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a:solidFill>
                  <a:srgbClr val="F6F3ED"/>
                </a:solidFill>
                <a:latin typeface="Plus Jakarta Sans"/>
                <a:ea typeface="Plus Jakarta Sans"/>
                <a:cs typeface="Plus Jakarta Sans"/>
              </a:defRPr>
            </a:pPr>
            <a:r>
              <a:rPr sz="2025">
                <a:solidFill>
                  <a:srgbClr val="F6F3ED"/>
                </a:solidFill>
                <a:latin typeface="Plus Jakarta Sans"/>
                <a:ea typeface="Plus Jakarta Sans"/>
                <a:cs typeface="Plus Jakarta Sans"/>
              </a:rPr>
              <a:t>Let the curves extend beyond the edge.</a:t>
            </a:r>
          </a:p>
          <a:p xmlns:a="http://schemas.openxmlformats.org/drawingml/2006/main">
            <a:pPr>
              <a:defRPr sz="2025">
                <a:solidFill>
                  <a:srgbClr val="F6F3ED"/>
                </a:solidFill>
                <a:latin typeface="Plus Jakarta Sans"/>
                <a:ea typeface="Plus Jakarta Sans"/>
                <a:cs typeface="Plus Jakarta Sans"/>
              </a:defRPr>
            </a:pPr>
            <a:r>
              <a:rPr sz="2025">
                <a:solidFill>
                  <a:srgbClr val="F6F3ED"/>
                </a:solidFill>
                <a:latin typeface="Plus Jakarta Sans"/>
                <a:ea typeface="Plus Jakarta Sans"/>
                <a:cs typeface="Plus Jakarta Sans"/>
              </a:rPr>
              <a:t>Use a generous crop and a quiet contrast.</a:t>
            </a:r>
          </a:p>
          <a:p xmlns:a="http://schemas.openxmlformats.org/drawingml/2006/main">
            <a:pPr>
              <a:defRPr sz="2025">
                <a:solidFill>
                  <a:srgbClr val="F6F3ED"/>
                </a:solidFill>
                <a:latin typeface="Plus Jakarta Sans"/>
                <a:ea typeface="Plus Jakarta Sans"/>
                <a:cs typeface="Plus Jakarta Sans"/>
              </a:defRPr>
            </a:pPr>
            <a:r>
              <a:rPr sz="2025">
                <a:solidFill>
                  <a:srgbClr val="F6F3ED"/>
                </a:solidFill>
                <a:latin typeface="Plus Jakarta Sans"/>
                <a:ea typeface="Plus Jakarta Sans"/>
                <a:cs typeface="Plus Jakarta Sans"/>
              </a:rPr>
              <a:t>Give the graphic its own space.</a:t>
            </a:r>
          </a:p>
        </p:txBody>
      </p:sp>
    </p:spTree>
    <p:extLst>
      <p:ext uri="{BB962C8B-B14F-4D97-AF65-F5344CB8AC3E}">
        <p14:creationId xmlns:p14="http://schemas.microsoft.com/office/powerpoint/2010/main" val="2015424004"/>
      </p:ext>
    </p:extLst>
  </p:cSld>
</p:sld>
</file>

<file path=ppt/slides/slide7.xml><?xml version="1.0" encoding="utf-8"?>
<p:sld xmlns:p="http://schemas.openxmlformats.org/presentationml/2006/main">
  <p:cSld>
    <p:bg>
      <p:bgPr>
        <a:solidFill xmlns:a="http://schemas.openxmlformats.org/drawingml/2006/main">
          <a:srgbClr val="F6F3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A688278-64BF-4FEF-95F7-604C30F5C721}"/>
              </a:ext>
            </a:extLst>
          </p:cNvPr>
          <p:cNvSpPr>
            <a:spLocks xmlns:a="http://schemas.openxmlformats.org/drawingml/2006/main" noGrp="1"/>
          </p:cNvSpPr>
          <p:nvPr/>
        </p:nvSpPr>
        <p:spPr>
          <a:xfrm xmlns:a="http://schemas.openxmlformats.org/drawingml/2006/main">
            <a:off x="714375" y="457200"/>
            <a:ext cx="1285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PATTERN SYSTEM</a:t>
            </a:r>
          </a:p>
        </p:txBody>
      </p:sp>
      <p:sp>
        <p:nvSpPr>
          <p:cNvPr id="2" name="">
            <a:extLst xmlns:a="http://schemas.openxmlformats.org/drawingml/2006/main">
              <a:ext uri="{FF2B5EF4-FFF2-40B4-BE49-F238E27FC236}">
                <a16:creationId xmlns:a16="http://schemas.microsoft.com/office/drawing/2014/main" id="{D2418A61-9AFC-41B4-A1D6-B60024D783FB}"/>
              </a:ext>
            </a:extLst>
          </p:cNvPr>
          <p:cNvSpPr>
            <a:spLocks xmlns:a="http://schemas.openxmlformats.org/drawingml/2006/main" noGrp="1"/>
          </p:cNvSpPr>
          <p:nvPr/>
        </p:nvSpPr>
        <p:spPr>
          <a:xfrm xmlns:a="http://schemas.openxmlformats.org/drawingml/2006/main">
            <a:off x="13906500" y="79057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07</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047c8f45660749b8"/>
          <a:srcRect xmlns:a="http://schemas.openxmlformats.org/drawingml/2006/main" l="4329" t="0" r="4329" b="0"/>
          <a:stretch xmlns:a="http://schemas.openxmlformats.org/drawingml/2006/main">
            <a:fillRect l="0" t="0" r="0" b="0"/>
          </a:stretch>
        </p:blipFill>
        <p:spPr>
          <a:xfrm xmlns:a="http://schemas.openxmlformats.org/drawingml/2006/main">
            <a:off x="0" y="1047750"/>
            <a:ext cx="7810500" cy="7524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F9CD13B-706D-4A49-8F83-C0B7E9115D8D}"/>
              </a:ext>
            </a:extLst>
          </p:cNvPr>
          <p:cNvSpPr>
            <a:spLocks xmlns:a="http://schemas.openxmlformats.org/drawingml/2006/main" noGrp="1"/>
          </p:cNvSpPr>
          <p:nvPr/>
        </p:nvSpPr>
        <p:spPr>
          <a:xfrm xmlns:a="http://schemas.openxmlformats.org/drawingml/2006/main">
            <a:off x="8858250" y="1905000"/>
            <a:ext cx="56197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375">
                <a:solidFill>
                  <a:srgbClr val="3A332B"/>
                </a:solidFill>
                <a:latin typeface="Playfair Display"/>
                <a:ea typeface="Playfair Display"/>
                <a:cs typeface="Playfair Display"/>
              </a:defRPr>
            </a:pPr>
            <a:r>
              <a:rPr sz="6375">
                <a:solidFill>
                  <a:srgbClr val="3A332B"/>
                </a:solidFill>
                <a:latin typeface="Playfair Display"/>
                <a:ea typeface="Playfair Display"/>
                <a:cs typeface="Playfair Display"/>
              </a:rPr>
              <a:t>A familiar</a:t>
            </a:r>
          </a:p>
          <a:p xmlns:a="http://schemas.openxmlformats.org/drawingml/2006/main">
            <a:pPr>
              <a:defRPr sz="6375">
                <a:solidFill>
                  <a:srgbClr val="3A332B"/>
                </a:solidFill>
                <a:latin typeface="Playfair Display"/>
                <a:ea typeface="Playfair Display"/>
                <a:cs typeface="Playfair Display"/>
              </a:defRPr>
            </a:pPr>
            <a:r>
              <a:rPr sz="6375">
                <a:solidFill>
                  <a:srgbClr val="3A332B"/>
                </a:solidFill>
                <a:latin typeface="Playfair Display"/>
                <a:ea typeface="Playfair Display"/>
                <a:cs typeface="Playfair Display"/>
              </a:rPr>
              <a:t>rhythm</a:t>
            </a:r>
          </a:p>
        </p:txBody>
      </p:sp>
      <p:sp>
        <p:nvSpPr>
          <p:cNvPr id="5" name="">
            <a:extLst xmlns:a="http://schemas.openxmlformats.org/drawingml/2006/main">
              <a:ext uri="{FF2B5EF4-FFF2-40B4-BE49-F238E27FC236}">
                <a16:creationId xmlns:a16="http://schemas.microsoft.com/office/drawing/2014/main" id="{672ACD8B-C8AA-45A5-A92B-553BE6BF8644}"/>
              </a:ext>
            </a:extLst>
          </p:cNvPr>
          <p:cNvSpPr>
            <a:spLocks xmlns:a="http://schemas.openxmlformats.org/drawingml/2006/main" noGrp="1"/>
          </p:cNvSpPr>
          <p:nvPr/>
        </p:nvSpPr>
        <p:spPr>
          <a:xfrm xmlns:a="http://schemas.openxmlformats.org/drawingml/2006/main">
            <a:off x="8905875" y="5048250"/>
            <a:ext cx="5381625"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a:solidFill>
                  <a:srgbClr val="3A332B"/>
                </a:solidFill>
                <a:latin typeface="Plus Jakarta Sans"/>
                <a:ea typeface="Plus Jakarta Sans"/>
                <a:cs typeface="Plus Jakarta Sans"/>
              </a:defRPr>
            </a:pPr>
            <a:r>
              <a:rPr sz="2025">
                <a:solidFill>
                  <a:srgbClr val="3A332B"/>
                </a:solidFill>
                <a:latin typeface="Plus Jakarta Sans"/>
                <a:ea typeface="Plus Jakarta Sans"/>
                <a:cs typeface="Plus Jakarta Sans"/>
              </a:rPr>
              <a:t>A repeated gesture connects print,</a:t>
            </a:r>
          </a:p>
          <a:p xmlns:a="http://schemas.openxmlformats.org/drawingml/2006/main">
            <a:pPr>
              <a:defRPr sz="2025">
                <a:solidFill>
                  <a:srgbClr val="3A332B"/>
                </a:solidFill>
                <a:latin typeface="Plus Jakarta Sans"/>
                <a:ea typeface="Plus Jakarta Sans"/>
                <a:cs typeface="Plus Jakarta Sans"/>
              </a:defRPr>
            </a:pPr>
            <a:r>
              <a:rPr sz="2025">
                <a:solidFill>
                  <a:srgbClr val="3A332B"/>
                </a:solidFill>
                <a:latin typeface="Plus Jakarta Sans"/>
                <a:ea typeface="Plus Jakarta Sans"/>
                <a:cs typeface="Plus Jakarta Sans"/>
              </a:rPr>
              <a:t>packaging and the spaces we inhabit.</a:t>
            </a:r>
          </a:p>
          <a:p xmlns:a="http://schemas.openxmlformats.org/drawingml/2006/main">
            <a:r>
              <a:t/>
            </a:r>
          </a:p>
          <a:p xmlns:a="http://schemas.openxmlformats.org/drawingml/2006/main">
            <a:pPr>
              <a:defRPr sz="2025">
                <a:solidFill>
                  <a:srgbClr val="3A332B"/>
                </a:solidFill>
                <a:latin typeface="Plus Jakarta Sans"/>
                <a:ea typeface="Plus Jakarta Sans"/>
                <a:cs typeface="Plus Jakarta Sans"/>
              </a:defRPr>
            </a:pPr>
            <a:r>
              <a:rPr sz="2025">
                <a:solidFill>
                  <a:srgbClr val="3A332B"/>
                </a:solidFill>
                <a:latin typeface="Plus Jakarta Sans"/>
                <a:ea typeface="Plus Jakarta Sans"/>
                <a:cs typeface="Plus Jakarta Sans"/>
              </a:rPr>
              <a:t>Keep the pattern tonal. Leave areas</a:t>
            </a:r>
          </a:p>
          <a:p xmlns:a="http://schemas.openxmlformats.org/drawingml/2006/main">
            <a:pPr>
              <a:defRPr sz="2025">
                <a:solidFill>
                  <a:srgbClr val="3A332B"/>
                </a:solidFill>
                <a:latin typeface="Plus Jakarta Sans"/>
                <a:ea typeface="Plus Jakarta Sans"/>
                <a:cs typeface="Plus Jakarta Sans"/>
              </a:defRPr>
            </a:pPr>
            <a:r>
              <a:rPr sz="2025">
                <a:solidFill>
                  <a:srgbClr val="3A332B"/>
                </a:solidFill>
                <a:latin typeface="Plus Jakarta Sans"/>
                <a:ea typeface="Plus Jakarta Sans"/>
                <a:cs typeface="Plus Jakarta Sans"/>
              </a:rPr>
              <a:t>of quiet around words and images.</a:t>
            </a:r>
          </a:p>
        </p:txBody>
      </p:sp>
    </p:spTree>
    <p:extLst>
      <p:ext uri="{BB962C8B-B14F-4D97-AF65-F5344CB8AC3E}">
        <p14:creationId xmlns:p14="http://schemas.microsoft.com/office/powerpoint/2010/main" val="470127835"/>
      </p:ext>
    </p:extLst>
  </p:cSld>
</p:sld>
</file>

<file path=ppt/slides/slide8.xml><?xml version="1.0" encoding="utf-8"?>
<p:sld xmlns:p="http://schemas.openxmlformats.org/presentationml/2006/main">
  <p:cSld>
    <p:bg>
      <p:bgPr>
        <a:solidFill xmlns:a="http://schemas.openxmlformats.org/drawingml/2006/main">
          <a:srgbClr val="F6F3ED"/>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7841D8D-9717-48AC-8FC7-A42D53A0F7FB}"/>
              </a:ext>
            </a:extLst>
          </p:cNvPr>
          <p:cNvSpPr>
            <a:spLocks xmlns:a="http://schemas.openxmlformats.org/drawingml/2006/main" noGrp="1"/>
          </p:cNvSpPr>
          <p:nvPr/>
        </p:nvSpPr>
        <p:spPr>
          <a:xfrm xmlns:a="http://schemas.openxmlformats.org/drawingml/2006/main">
            <a:off x="714375" y="457200"/>
            <a:ext cx="1285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COLOUR PALETTE</a:t>
            </a:r>
          </a:p>
        </p:txBody>
      </p:sp>
      <p:sp>
        <p:nvSpPr>
          <p:cNvPr id="2" name="">
            <a:extLst xmlns:a="http://schemas.openxmlformats.org/drawingml/2006/main">
              <a:ext uri="{FF2B5EF4-FFF2-40B4-BE49-F238E27FC236}">
                <a16:creationId xmlns:a16="http://schemas.microsoft.com/office/drawing/2014/main" id="{AC8EB000-A6AB-4B03-8840-F6B8514FF364}"/>
              </a:ext>
            </a:extLst>
          </p:cNvPr>
          <p:cNvSpPr>
            <a:spLocks xmlns:a="http://schemas.openxmlformats.org/drawingml/2006/main" noGrp="1"/>
          </p:cNvSpPr>
          <p:nvPr/>
        </p:nvSpPr>
        <p:spPr>
          <a:xfrm xmlns:a="http://schemas.openxmlformats.org/drawingml/2006/main">
            <a:off x="13906500" y="79057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08</a:t>
            </a:r>
          </a:p>
        </p:txBody>
      </p:sp>
      <p:sp>
        <p:nvSpPr>
          <p:cNvPr id="3" name="">
            <a:extLst xmlns:a="http://schemas.openxmlformats.org/drawingml/2006/main">
              <a:ext uri="{FF2B5EF4-FFF2-40B4-BE49-F238E27FC236}">
                <a16:creationId xmlns:a16="http://schemas.microsoft.com/office/drawing/2014/main" id="{2B4E7558-2C7B-465D-B142-E856B5ED54BB}"/>
              </a:ext>
            </a:extLst>
          </p:cNvPr>
          <p:cNvSpPr>
            <a:spLocks xmlns:a="http://schemas.openxmlformats.org/drawingml/2006/main" noGrp="1"/>
          </p:cNvSpPr>
          <p:nvPr/>
        </p:nvSpPr>
        <p:spPr>
          <a:xfrm xmlns:a="http://schemas.openxmlformats.org/drawingml/2006/main">
            <a:off x="714375" y="1285875"/>
            <a:ext cx="13335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225">
                <a:solidFill>
                  <a:srgbClr val="3A332B"/>
                </a:solidFill>
                <a:latin typeface="Playfair Display"/>
                <a:ea typeface="Playfair Display"/>
                <a:cs typeface="Playfair Display"/>
              </a:defRPr>
            </a:pPr>
            <a:r>
              <a:rPr sz="6225">
                <a:solidFill>
                  <a:srgbClr val="3A332B"/>
                </a:solidFill>
                <a:latin typeface="Playfair Display"/>
                <a:ea typeface="Playfair Display"/>
                <a:cs typeface="Playfair Display"/>
              </a:rPr>
              <a:t>Warmth, in five tones</a:t>
            </a:r>
          </a:p>
        </p:txBody>
      </p:sp>
      <p:sp>
        <p:nvSpPr>
          <p:cNvPr id="4" name="">
            <a:extLst xmlns:a="http://schemas.openxmlformats.org/drawingml/2006/main">
              <a:ext uri="{FF2B5EF4-FFF2-40B4-BE49-F238E27FC236}">
                <a16:creationId xmlns:a16="http://schemas.microsoft.com/office/drawing/2014/main" id="{8C771E4B-1306-49EB-A6EE-A57973121948}"/>
              </a:ext>
            </a:extLst>
          </p:cNvPr>
          <p:cNvSpPr>
            <a:spLocks xmlns:a="http://schemas.openxmlformats.org/drawingml/2006/main" noGrp="1"/>
          </p:cNvSpPr>
          <p:nvPr/>
        </p:nvSpPr>
        <p:spPr>
          <a:xfrm xmlns:a="http://schemas.openxmlformats.org/drawingml/2006/main">
            <a:off x="714375" y="3286125"/>
            <a:ext cx="2476500" cy="2428875"/>
          </a:xfrm>
          <a:prstGeom xmlns:a="http://schemas.openxmlformats.org/drawingml/2006/main" prst="rect">
            <a:avLst/>
          </a:prstGeom>
          <a:solidFill xmlns:a="http://schemas.openxmlformats.org/drawingml/2006/main">
            <a:srgbClr val="3A332B"/>
          </a:solidFill>
          <a:ln xmlns:a="http://schemas.openxmlformats.org/drawingml/2006/main" w="9525">
            <a:solidFill>
              <a:srgbClr val="D9CEC2"/>
            </a:solidFill>
          </a:ln>
        </p:spPr>
      </p:sp>
      <p:sp>
        <p:nvSpPr>
          <p:cNvPr id="5" name="">
            <a:extLst xmlns:a="http://schemas.openxmlformats.org/drawingml/2006/main">
              <a:ext uri="{FF2B5EF4-FFF2-40B4-BE49-F238E27FC236}">
                <a16:creationId xmlns:a16="http://schemas.microsoft.com/office/drawing/2014/main" id="{A40EA3CC-E8F8-4DF8-BECC-78B2188A9D6F}"/>
              </a:ext>
            </a:extLst>
          </p:cNvPr>
          <p:cNvSpPr>
            <a:spLocks xmlns:a="http://schemas.openxmlformats.org/drawingml/2006/main" noGrp="1"/>
          </p:cNvSpPr>
          <p:nvPr/>
        </p:nvSpPr>
        <p:spPr>
          <a:xfrm xmlns:a="http://schemas.openxmlformats.org/drawingml/2006/main">
            <a:off x="714375" y="6048375"/>
            <a:ext cx="257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a:solidFill>
                  <a:srgbClr val="3A332B"/>
                </a:solidFill>
                <a:latin typeface="Plus Jakarta Sans"/>
                <a:ea typeface="Plus Jakarta Sans"/>
                <a:cs typeface="Plus Jakarta Sans"/>
              </a:defRPr>
            </a:pPr>
            <a:r>
              <a:rPr sz="1575">
                <a:solidFill>
                  <a:srgbClr val="3A332B"/>
                </a:solidFill>
                <a:latin typeface="Plus Jakarta Sans"/>
                <a:ea typeface="Plus Jakarta Sans"/>
                <a:cs typeface="Plus Jakarta Sans"/>
              </a:rPr>
              <a:t>EARTH</a:t>
            </a:r>
          </a:p>
        </p:txBody>
      </p:sp>
      <p:sp>
        <p:nvSpPr>
          <p:cNvPr id="6" name="">
            <a:extLst xmlns:a="http://schemas.openxmlformats.org/drawingml/2006/main">
              <a:ext uri="{FF2B5EF4-FFF2-40B4-BE49-F238E27FC236}">
                <a16:creationId xmlns:a16="http://schemas.microsoft.com/office/drawing/2014/main" id="{8CF9A95A-4732-4A59-B521-C9AB9021082E}"/>
              </a:ext>
            </a:extLst>
          </p:cNvPr>
          <p:cNvSpPr>
            <a:spLocks xmlns:a="http://schemas.openxmlformats.org/drawingml/2006/main" noGrp="1"/>
          </p:cNvSpPr>
          <p:nvPr/>
        </p:nvSpPr>
        <p:spPr>
          <a:xfrm xmlns:a="http://schemas.openxmlformats.org/drawingml/2006/main">
            <a:off x="714375" y="6524625"/>
            <a:ext cx="257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a:solidFill>
                  <a:srgbClr val="3A332B"/>
                </a:solidFill>
                <a:latin typeface="Plus Jakarta Sans"/>
                <a:ea typeface="Plus Jakarta Sans"/>
                <a:cs typeface="Plus Jakarta Sans"/>
              </a:defRPr>
            </a:pPr>
            <a:r>
              <a:rPr sz="1650">
                <a:solidFill>
                  <a:srgbClr val="3A332B"/>
                </a:solidFill>
                <a:latin typeface="Plus Jakarta Sans"/>
                <a:ea typeface="Plus Jakarta Sans"/>
                <a:cs typeface="Plus Jakarta Sans"/>
              </a:rPr>
              <a:t>#3A332B</a:t>
            </a:r>
          </a:p>
        </p:txBody>
      </p:sp>
      <p:sp>
        <p:nvSpPr>
          <p:cNvPr id="7" name="">
            <a:extLst xmlns:a="http://schemas.openxmlformats.org/drawingml/2006/main">
              <a:ext uri="{FF2B5EF4-FFF2-40B4-BE49-F238E27FC236}">
                <a16:creationId xmlns:a16="http://schemas.microsoft.com/office/drawing/2014/main" id="{E8A63610-6FCE-4711-8E6A-69D3D4759FEB}"/>
              </a:ext>
            </a:extLst>
          </p:cNvPr>
          <p:cNvSpPr>
            <a:spLocks xmlns:a="http://schemas.openxmlformats.org/drawingml/2006/main" noGrp="1"/>
          </p:cNvSpPr>
          <p:nvPr/>
        </p:nvSpPr>
        <p:spPr>
          <a:xfrm xmlns:a="http://schemas.openxmlformats.org/drawingml/2006/main">
            <a:off x="714375" y="7048500"/>
            <a:ext cx="266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3A332B"/>
                </a:solidFill>
                <a:latin typeface="Plus Jakarta Sans"/>
                <a:ea typeface="Plus Jakarta Sans"/>
                <a:cs typeface="Plus Jakarta Sans"/>
              </a:defRPr>
            </a:pPr>
            <a:r>
              <a:rPr sz="1350">
                <a:solidFill>
                  <a:srgbClr val="3A332B"/>
                </a:solidFill>
                <a:latin typeface="Plus Jakarta Sans"/>
                <a:ea typeface="Plus Jakarta Sans"/>
                <a:cs typeface="Plus Jakarta Sans"/>
              </a:rPr>
              <a:t>Primary text</a:t>
            </a:r>
          </a:p>
        </p:txBody>
      </p:sp>
      <p:sp>
        <p:nvSpPr>
          <p:cNvPr id="8" name="">
            <a:extLst xmlns:a="http://schemas.openxmlformats.org/drawingml/2006/main">
              <a:ext uri="{FF2B5EF4-FFF2-40B4-BE49-F238E27FC236}">
                <a16:creationId xmlns:a16="http://schemas.microsoft.com/office/drawing/2014/main" id="{1BBE51E3-F125-49A3-89CB-E80A5C729B38}"/>
              </a:ext>
            </a:extLst>
          </p:cNvPr>
          <p:cNvSpPr>
            <a:spLocks xmlns:a="http://schemas.openxmlformats.org/drawingml/2006/main" noGrp="1"/>
          </p:cNvSpPr>
          <p:nvPr/>
        </p:nvSpPr>
        <p:spPr>
          <a:xfrm xmlns:a="http://schemas.openxmlformats.org/drawingml/2006/main">
            <a:off x="3505200" y="3286125"/>
            <a:ext cx="2476500" cy="2428875"/>
          </a:xfrm>
          <a:prstGeom xmlns:a="http://schemas.openxmlformats.org/drawingml/2006/main" prst="rect">
            <a:avLst/>
          </a:prstGeom>
          <a:solidFill xmlns:a="http://schemas.openxmlformats.org/drawingml/2006/main">
            <a:srgbClr val="A69A8C"/>
          </a:solidFill>
          <a:ln xmlns:a="http://schemas.openxmlformats.org/drawingml/2006/main" w="9525">
            <a:solidFill>
              <a:srgbClr val="D9CEC2"/>
            </a:solidFill>
          </a:ln>
        </p:spPr>
      </p:sp>
      <p:sp>
        <p:nvSpPr>
          <p:cNvPr id="9" name="">
            <a:extLst xmlns:a="http://schemas.openxmlformats.org/drawingml/2006/main">
              <a:ext uri="{FF2B5EF4-FFF2-40B4-BE49-F238E27FC236}">
                <a16:creationId xmlns:a16="http://schemas.microsoft.com/office/drawing/2014/main" id="{27123568-B684-4CD0-9C83-FD08B0332ACE}"/>
              </a:ext>
            </a:extLst>
          </p:cNvPr>
          <p:cNvSpPr>
            <a:spLocks xmlns:a="http://schemas.openxmlformats.org/drawingml/2006/main" noGrp="1"/>
          </p:cNvSpPr>
          <p:nvPr/>
        </p:nvSpPr>
        <p:spPr>
          <a:xfrm xmlns:a="http://schemas.openxmlformats.org/drawingml/2006/main">
            <a:off x="3505200" y="6048375"/>
            <a:ext cx="257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a:solidFill>
                  <a:srgbClr val="3A332B"/>
                </a:solidFill>
                <a:latin typeface="Plus Jakarta Sans"/>
                <a:ea typeface="Plus Jakarta Sans"/>
                <a:cs typeface="Plus Jakarta Sans"/>
              </a:defRPr>
            </a:pPr>
            <a:r>
              <a:rPr sz="1575">
                <a:solidFill>
                  <a:srgbClr val="3A332B"/>
                </a:solidFill>
                <a:latin typeface="Plus Jakarta Sans"/>
                <a:ea typeface="Plus Jakarta Sans"/>
                <a:cs typeface="Plus Jakarta Sans"/>
              </a:rPr>
              <a:t>STONE</a:t>
            </a:r>
          </a:p>
        </p:txBody>
      </p:sp>
      <p:sp>
        <p:nvSpPr>
          <p:cNvPr id="10" name="">
            <a:extLst xmlns:a="http://schemas.openxmlformats.org/drawingml/2006/main">
              <a:ext uri="{FF2B5EF4-FFF2-40B4-BE49-F238E27FC236}">
                <a16:creationId xmlns:a16="http://schemas.microsoft.com/office/drawing/2014/main" id="{C9FB09E4-38DC-428C-8022-A41D3B3CBE9C}"/>
              </a:ext>
            </a:extLst>
          </p:cNvPr>
          <p:cNvSpPr>
            <a:spLocks xmlns:a="http://schemas.openxmlformats.org/drawingml/2006/main" noGrp="1"/>
          </p:cNvSpPr>
          <p:nvPr/>
        </p:nvSpPr>
        <p:spPr>
          <a:xfrm xmlns:a="http://schemas.openxmlformats.org/drawingml/2006/main">
            <a:off x="3505200" y="6524625"/>
            <a:ext cx="257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a:solidFill>
                  <a:srgbClr val="3A332B"/>
                </a:solidFill>
                <a:latin typeface="Plus Jakarta Sans"/>
                <a:ea typeface="Plus Jakarta Sans"/>
                <a:cs typeface="Plus Jakarta Sans"/>
              </a:defRPr>
            </a:pPr>
            <a:r>
              <a:rPr sz="1650">
                <a:solidFill>
                  <a:srgbClr val="3A332B"/>
                </a:solidFill>
                <a:latin typeface="Plus Jakarta Sans"/>
                <a:ea typeface="Plus Jakarta Sans"/>
                <a:cs typeface="Plus Jakarta Sans"/>
              </a:rPr>
              <a:t>#A69A8C</a:t>
            </a:r>
          </a:p>
        </p:txBody>
      </p:sp>
      <p:sp>
        <p:nvSpPr>
          <p:cNvPr id="11" name="">
            <a:extLst xmlns:a="http://schemas.openxmlformats.org/drawingml/2006/main">
              <a:ext uri="{FF2B5EF4-FFF2-40B4-BE49-F238E27FC236}">
                <a16:creationId xmlns:a16="http://schemas.microsoft.com/office/drawing/2014/main" id="{87D410D5-4104-40BE-92B1-ECEF50A37963}"/>
              </a:ext>
            </a:extLst>
          </p:cNvPr>
          <p:cNvSpPr>
            <a:spLocks xmlns:a="http://schemas.openxmlformats.org/drawingml/2006/main" noGrp="1"/>
          </p:cNvSpPr>
          <p:nvPr/>
        </p:nvSpPr>
        <p:spPr>
          <a:xfrm xmlns:a="http://schemas.openxmlformats.org/drawingml/2006/main">
            <a:off x="3505200" y="7048500"/>
            <a:ext cx="266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3A332B"/>
                </a:solidFill>
                <a:latin typeface="Plus Jakarta Sans"/>
                <a:ea typeface="Plus Jakarta Sans"/>
                <a:cs typeface="Plus Jakarta Sans"/>
              </a:defRPr>
            </a:pPr>
            <a:r>
              <a:rPr sz="1350">
                <a:solidFill>
                  <a:srgbClr val="3A332B"/>
                </a:solidFill>
                <a:latin typeface="Plus Jakarta Sans"/>
                <a:ea typeface="Plus Jakarta Sans"/>
                <a:cs typeface="Plus Jakarta Sans"/>
              </a:rPr>
              <a:t>Secondary surfaces</a:t>
            </a:r>
          </a:p>
        </p:txBody>
      </p:sp>
      <p:sp>
        <p:nvSpPr>
          <p:cNvPr id="12" name="">
            <a:extLst xmlns:a="http://schemas.openxmlformats.org/drawingml/2006/main">
              <a:ext uri="{FF2B5EF4-FFF2-40B4-BE49-F238E27FC236}">
                <a16:creationId xmlns:a16="http://schemas.microsoft.com/office/drawing/2014/main" id="{1C616D8A-E544-4A7F-82F6-5044A1A0666E}"/>
              </a:ext>
            </a:extLst>
          </p:cNvPr>
          <p:cNvSpPr>
            <a:spLocks xmlns:a="http://schemas.openxmlformats.org/drawingml/2006/main" noGrp="1"/>
          </p:cNvSpPr>
          <p:nvPr/>
        </p:nvSpPr>
        <p:spPr>
          <a:xfrm xmlns:a="http://schemas.openxmlformats.org/drawingml/2006/main">
            <a:off x="6296025" y="3286125"/>
            <a:ext cx="2476500" cy="2428875"/>
          </a:xfrm>
          <a:prstGeom xmlns:a="http://schemas.openxmlformats.org/drawingml/2006/main" prst="rect">
            <a:avLst/>
          </a:prstGeom>
          <a:solidFill xmlns:a="http://schemas.openxmlformats.org/drawingml/2006/main">
            <a:srgbClr val="D9CEC2"/>
          </a:solidFill>
          <a:ln xmlns:a="http://schemas.openxmlformats.org/drawingml/2006/main" w="9525">
            <a:solidFill>
              <a:srgbClr val="D9CEC2"/>
            </a:solidFill>
          </a:ln>
        </p:spPr>
      </p:sp>
      <p:sp>
        <p:nvSpPr>
          <p:cNvPr id="13" name="">
            <a:extLst xmlns:a="http://schemas.openxmlformats.org/drawingml/2006/main">
              <a:ext uri="{FF2B5EF4-FFF2-40B4-BE49-F238E27FC236}">
                <a16:creationId xmlns:a16="http://schemas.microsoft.com/office/drawing/2014/main" id="{51201ED0-65C7-44AF-ABBA-A2D7F59E213C}"/>
              </a:ext>
            </a:extLst>
          </p:cNvPr>
          <p:cNvSpPr>
            <a:spLocks xmlns:a="http://schemas.openxmlformats.org/drawingml/2006/main" noGrp="1"/>
          </p:cNvSpPr>
          <p:nvPr/>
        </p:nvSpPr>
        <p:spPr>
          <a:xfrm xmlns:a="http://schemas.openxmlformats.org/drawingml/2006/main">
            <a:off x="6296025" y="6048375"/>
            <a:ext cx="257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a:solidFill>
                  <a:srgbClr val="3A332B"/>
                </a:solidFill>
                <a:latin typeface="Plus Jakarta Sans"/>
                <a:ea typeface="Plus Jakarta Sans"/>
                <a:cs typeface="Plus Jakarta Sans"/>
              </a:defRPr>
            </a:pPr>
            <a:r>
              <a:rPr sz="1575">
                <a:solidFill>
                  <a:srgbClr val="3A332B"/>
                </a:solidFill>
                <a:latin typeface="Plus Jakarta Sans"/>
                <a:ea typeface="Plus Jakarta Sans"/>
                <a:cs typeface="Plus Jakarta Sans"/>
              </a:rPr>
              <a:t>SAND</a:t>
            </a:r>
          </a:p>
        </p:txBody>
      </p:sp>
      <p:sp>
        <p:nvSpPr>
          <p:cNvPr id="14" name="">
            <a:extLst xmlns:a="http://schemas.openxmlformats.org/drawingml/2006/main">
              <a:ext uri="{FF2B5EF4-FFF2-40B4-BE49-F238E27FC236}">
                <a16:creationId xmlns:a16="http://schemas.microsoft.com/office/drawing/2014/main" id="{C28A26D6-BADC-456D-A5C5-8F49A9EA9388}"/>
              </a:ext>
            </a:extLst>
          </p:cNvPr>
          <p:cNvSpPr>
            <a:spLocks xmlns:a="http://schemas.openxmlformats.org/drawingml/2006/main" noGrp="1"/>
          </p:cNvSpPr>
          <p:nvPr/>
        </p:nvSpPr>
        <p:spPr>
          <a:xfrm xmlns:a="http://schemas.openxmlformats.org/drawingml/2006/main">
            <a:off x="6296025" y="6524625"/>
            <a:ext cx="257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a:solidFill>
                  <a:srgbClr val="3A332B"/>
                </a:solidFill>
                <a:latin typeface="Plus Jakarta Sans"/>
                <a:ea typeface="Plus Jakarta Sans"/>
                <a:cs typeface="Plus Jakarta Sans"/>
              </a:defRPr>
            </a:pPr>
            <a:r>
              <a:rPr sz="1650">
                <a:solidFill>
                  <a:srgbClr val="3A332B"/>
                </a:solidFill>
                <a:latin typeface="Plus Jakarta Sans"/>
                <a:ea typeface="Plus Jakarta Sans"/>
                <a:cs typeface="Plus Jakarta Sans"/>
              </a:rPr>
              <a:t>#D9CEC2</a:t>
            </a:r>
          </a:p>
        </p:txBody>
      </p:sp>
      <p:sp>
        <p:nvSpPr>
          <p:cNvPr id="15" name="">
            <a:extLst xmlns:a="http://schemas.openxmlformats.org/drawingml/2006/main">
              <a:ext uri="{FF2B5EF4-FFF2-40B4-BE49-F238E27FC236}">
                <a16:creationId xmlns:a16="http://schemas.microsoft.com/office/drawing/2014/main" id="{A19E490D-54AB-45AD-8112-1885702EA892}"/>
              </a:ext>
            </a:extLst>
          </p:cNvPr>
          <p:cNvSpPr>
            <a:spLocks xmlns:a="http://schemas.openxmlformats.org/drawingml/2006/main" noGrp="1"/>
          </p:cNvSpPr>
          <p:nvPr/>
        </p:nvSpPr>
        <p:spPr>
          <a:xfrm xmlns:a="http://schemas.openxmlformats.org/drawingml/2006/main">
            <a:off x="6296025" y="7048500"/>
            <a:ext cx="266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3A332B"/>
                </a:solidFill>
                <a:latin typeface="Plus Jakarta Sans"/>
                <a:ea typeface="Plus Jakarta Sans"/>
                <a:cs typeface="Plus Jakarta Sans"/>
              </a:defRPr>
            </a:pPr>
            <a:r>
              <a:rPr sz="1350">
                <a:solidFill>
                  <a:srgbClr val="3A332B"/>
                </a:solidFill>
                <a:latin typeface="Plus Jakarta Sans"/>
                <a:ea typeface="Plus Jakarta Sans"/>
                <a:cs typeface="Plus Jakarta Sans"/>
              </a:rPr>
              <a:t>Dividers and texture</a:t>
            </a:r>
          </a:p>
        </p:txBody>
      </p:sp>
      <p:sp>
        <p:nvSpPr>
          <p:cNvPr id="16" name="">
            <a:extLst xmlns:a="http://schemas.openxmlformats.org/drawingml/2006/main">
              <a:ext uri="{FF2B5EF4-FFF2-40B4-BE49-F238E27FC236}">
                <a16:creationId xmlns:a16="http://schemas.microsoft.com/office/drawing/2014/main" id="{F80BB1C4-E84A-4360-9209-D70C4C22E75C}"/>
              </a:ext>
            </a:extLst>
          </p:cNvPr>
          <p:cNvSpPr>
            <a:spLocks xmlns:a="http://schemas.openxmlformats.org/drawingml/2006/main" noGrp="1"/>
          </p:cNvSpPr>
          <p:nvPr/>
        </p:nvSpPr>
        <p:spPr>
          <a:xfrm xmlns:a="http://schemas.openxmlformats.org/drawingml/2006/main">
            <a:off x="9086850" y="3286125"/>
            <a:ext cx="2476500" cy="2428875"/>
          </a:xfrm>
          <a:prstGeom xmlns:a="http://schemas.openxmlformats.org/drawingml/2006/main" prst="rect">
            <a:avLst/>
          </a:prstGeom>
          <a:solidFill xmlns:a="http://schemas.openxmlformats.org/drawingml/2006/main">
            <a:srgbClr val="F6F3ED"/>
          </a:solidFill>
          <a:ln xmlns:a="http://schemas.openxmlformats.org/drawingml/2006/main" w="9525">
            <a:solidFill>
              <a:srgbClr val="D9CEC2"/>
            </a:solidFill>
          </a:ln>
        </p:spPr>
      </p:sp>
      <p:sp>
        <p:nvSpPr>
          <p:cNvPr id="17" name="">
            <a:extLst xmlns:a="http://schemas.openxmlformats.org/drawingml/2006/main">
              <a:ext uri="{FF2B5EF4-FFF2-40B4-BE49-F238E27FC236}">
                <a16:creationId xmlns:a16="http://schemas.microsoft.com/office/drawing/2014/main" id="{1C719BF4-4CA3-4BF4-9ED0-D3028B36029E}"/>
              </a:ext>
            </a:extLst>
          </p:cNvPr>
          <p:cNvSpPr>
            <a:spLocks xmlns:a="http://schemas.openxmlformats.org/drawingml/2006/main" noGrp="1"/>
          </p:cNvSpPr>
          <p:nvPr/>
        </p:nvSpPr>
        <p:spPr>
          <a:xfrm xmlns:a="http://schemas.openxmlformats.org/drawingml/2006/main">
            <a:off x="9086850" y="6048375"/>
            <a:ext cx="257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a:solidFill>
                  <a:srgbClr val="3A332B"/>
                </a:solidFill>
                <a:latin typeface="Plus Jakarta Sans"/>
                <a:ea typeface="Plus Jakarta Sans"/>
                <a:cs typeface="Plus Jakarta Sans"/>
              </a:defRPr>
            </a:pPr>
            <a:r>
              <a:rPr sz="1575">
                <a:solidFill>
                  <a:srgbClr val="3A332B"/>
                </a:solidFill>
                <a:latin typeface="Plus Jakarta Sans"/>
                <a:ea typeface="Plus Jakarta Sans"/>
                <a:cs typeface="Plus Jakarta Sans"/>
              </a:rPr>
              <a:t>IVORY</a:t>
            </a:r>
          </a:p>
        </p:txBody>
      </p:sp>
      <p:sp>
        <p:nvSpPr>
          <p:cNvPr id="18" name="">
            <a:extLst xmlns:a="http://schemas.openxmlformats.org/drawingml/2006/main">
              <a:ext uri="{FF2B5EF4-FFF2-40B4-BE49-F238E27FC236}">
                <a16:creationId xmlns:a16="http://schemas.microsoft.com/office/drawing/2014/main" id="{89D0EDCF-1E4E-4270-92A0-B7B1E6E39FA1}"/>
              </a:ext>
            </a:extLst>
          </p:cNvPr>
          <p:cNvSpPr>
            <a:spLocks xmlns:a="http://schemas.openxmlformats.org/drawingml/2006/main" noGrp="1"/>
          </p:cNvSpPr>
          <p:nvPr/>
        </p:nvSpPr>
        <p:spPr>
          <a:xfrm xmlns:a="http://schemas.openxmlformats.org/drawingml/2006/main">
            <a:off x="9086850" y="6524625"/>
            <a:ext cx="257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a:solidFill>
                  <a:srgbClr val="3A332B"/>
                </a:solidFill>
                <a:latin typeface="Plus Jakarta Sans"/>
                <a:ea typeface="Plus Jakarta Sans"/>
                <a:cs typeface="Plus Jakarta Sans"/>
              </a:defRPr>
            </a:pPr>
            <a:r>
              <a:rPr sz="1650">
                <a:solidFill>
                  <a:srgbClr val="3A332B"/>
                </a:solidFill>
                <a:latin typeface="Plus Jakarta Sans"/>
                <a:ea typeface="Plus Jakarta Sans"/>
                <a:cs typeface="Plus Jakarta Sans"/>
              </a:rPr>
              <a:t>#F6F3ED</a:t>
            </a:r>
          </a:p>
        </p:txBody>
      </p:sp>
      <p:sp>
        <p:nvSpPr>
          <p:cNvPr id="19" name="">
            <a:extLst xmlns:a="http://schemas.openxmlformats.org/drawingml/2006/main">
              <a:ext uri="{FF2B5EF4-FFF2-40B4-BE49-F238E27FC236}">
                <a16:creationId xmlns:a16="http://schemas.microsoft.com/office/drawing/2014/main" id="{7B00D91B-F0B2-431B-B055-8F104970713A}"/>
              </a:ext>
            </a:extLst>
          </p:cNvPr>
          <p:cNvSpPr>
            <a:spLocks xmlns:a="http://schemas.openxmlformats.org/drawingml/2006/main" noGrp="1"/>
          </p:cNvSpPr>
          <p:nvPr/>
        </p:nvSpPr>
        <p:spPr>
          <a:xfrm xmlns:a="http://schemas.openxmlformats.org/drawingml/2006/main">
            <a:off x="9086850" y="7048500"/>
            <a:ext cx="266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3A332B"/>
                </a:solidFill>
                <a:latin typeface="Plus Jakarta Sans"/>
                <a:ea typeface="Plus Jakarta Sans"/>
                <a:cs typeface="Plus Jakarta Sans"/>
              </a:defRPr>
            </a:pPr>
            <a:r>
              <a:rPr sz="1350">
                <a:solidFill>
                  <a:srgbClr val="3A332B"/>
                </a:solidFill>
                <a:latin typeface="Plus Jakarta Sans"/>
                <a:ea typeface="Plus Jakarta Sans"/>
                <a:cs typeface="Plus Jakarta Sans"/>
              </a:rPr>
              <a:t>Primary canvas</a:t>
            </a:r>
          </a:p>
        </p:txBody>
      </p:sp>
      <p:sp>
        <p:nvSpPr>
          <p:cNvPr id="20" name="">
            <a:extLst xmlns:a="http://schemas.openxmlformats.org/drawingml/2006/main">
              <a:ext uri="{FF2B5EF4-FFF2-40B4-BE49-F238E27FC236}">
                <a16:creationId xmlns:a16="http://schemas.microsoft.com/office/drawing/2014/main" id="{99F1653F-64D5-4248-95ED-7DE4D0885F93}"/>
              </a:ext>
            </a:extLst>
          </p:cNvPr>
          <p:cNvSpPr>
            <a:spLocks xmlns:a="http://schemas.openxmlformats.org/drawingml/2006/main" noGrp="1"/>
          </p:cNvSpPr>
          <p:nvPr/>
        </p:nvSpPr>
        <p:spPr>
          <a:xfrm xmlns:a="http://schemas.openxmlformats.org/drawingml/2006/main">
            <a:off x="11877675" y="3286125"/>
            <a:ext cx="2476500" cy="2428875"/>
          </a:xfrm>
          <a:prstGeom xmlns:a="http://schemas.openxmlformats.org/drawingml/2006/main" prst="rect">
            <a:avLst/>
          </a:prstGeom>
          <a:solidFill xmlns:a="http://schemas.openxmlformats.org/drawingml/2006/main">
            <a:srgbClr val="1B1B1B"/>
          </a:solidFill>
          <a:ln xmlns:a="http://schemas.openxmlformats.org/drawingml/2006/main" w="9525">
            <a:solidFill>
              <a:srgbClr val="D9CEC2"/>
            </a:solidFill>
          </a:ln>
        </p:spPr>
      </p:sp>
      <p:sp>
        <p:nvSpPr>
          <p:cNvPr id="21" name="">
            <a:extLst xmlns:a="http://schemas.openxmlformats.org/drawingml/2006/main">
              <a:ext uri="{FF2B5EF4-FFF2-40B4-BE49-F238E27FC236}">
                <a16:creationId xmlns:a16="http://schemas.microsoft.com/office/drawing/2014/main" id="{BEB770B7-9365-4C09-9870-F7B65B7FE39F}"/>
              </a:ext>
            </a:extLst>
          </p:cNvPr>
          <p:cNvSpPr>
            <a:spLocks xmlns:a="http://schemas.openxmlformats.org/drawingml/2006/main" noGrp="1"/>
          </p:cNvSpPr>
          <p:nvPr/>
        </p:nvSpPr>
        <p:spPr>
          <a:xfrm xmlns:a="http://schemas.openxmlformats.org/drawingml/2006/main">
            <a:off x="11877675" y="6048375"/>
            <a:ext cx="257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a:solidFill>
                  <a:srgbClr val="3A332B"/>
                </a:solidFill>
                <a:latin typeface="Plus Jakarta Sans"/>
                <a:ea typeface="Plus Jakarta Sans"/>
                <a:cs typeface="Plus Jakarta Sans"/>
              </a:defRPr>
            </a:pPr>
            <a:r>
              <a:rPr sz="1575">
                <a:solidFill>
                  <a:srgbClr val="3A332B"/>
                </a:solidFill>
                <a:latin typeface="Plus Jakarta Sans"/>
                <a:ea typeface="Plus Jakarta Sans"/>
                <a:cs typeface="Plus Jakarta Sans"/>
              </a:rPr>
              <a:t>SHADOW</a:t>
            </a:r>
          </a:p>
        </p:txBody>
      </p:sp>
      <p:sp>
        <p:nvSpPr>
          <p:cNvPr id="22" name="">
            <a:extLst xmlns:a="http://schemas.openxmlformats.org/drawingml/2006/main">
              <a:ext uri="{FF2B5EF4-FFF2-40B4-BE49-F238E27FC236}">
                <a16:creationId xmlns:a16="http://schemas.microsoft.com/office/drawing/2014/main" id="{988DB082-F650-4833-A9CE-FFE10B10143B}"/>
              </a:ext>
            </a:extLst>
          </p:cNvPr>
          <p:cNvSpPr>
            <a:spLocks xmlns:a="http://schemas.openxmlformats.org/drawingml/2006/main" noGrp="1"/>
          </p:cNvSpPr>
          <p:nvPr/>
        </p:nvSpPr>
        <p:spPr>
          <a:xfrm xmlns:a="http://schemas.openxmlformats.org/drawingml/2006/main">
            <a:off x="11877675" y="6524625"/>
            <a:ext cx="257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a:solidFill>
                  <a:srgbClr val="3A332B"/>
                </a:solidFill>
                <a:latin typeface="Plus Jakarta Sans"/>
                <a:ea typeface="Plus Jakarta Sans"/>
                <a:cs typeface="Plus Jakarta Sans"/>
              </a:defRPr>
            </a:pPr>
            <a:r>
              <a:rPr sz="1650">
                <a:solidFill>
                  <a:srgbClr val="3A332B"/>
                </a:solidFill>
                <a:latin typeface="Plus Jakarta Sans"/>
                <a:ea typeface="Plus Jakarta Sans"/>
                <a:cs typeface="Plus Jakarta Sans"/>
              </a:rPr>
              <a:t>#1B1B1B</a:t>
            </a:r>
          </a:p>
        </p:txBody>
      </p:sp>
      <p:sp>
        <p:nvSpPr>
          <p:cNvPr id="23" name="">
            <a:extLst xmlns:a="http://schemas.openxmlformats.org/drawingml/2006/main">
              <a:ext uri="{FF2B5EF4-FFF2-40B4-BE49-F238E27FC236}">
                <a16:creationId xmlns:a16="http://schemas.microsoft.com/office/drawing/2014/main" id="{C0B68932-488C-4092-ADA4-886EBB1B914F}"/>
              </a:ext>
            </a:extLst>
          </p:cNvPr>
          <p:cNvSpPr>
            <a:spLocks xmlns:a="http://schemas.openxmlformats.org/drawingml/2006/main" noGrp="1"/>
          </p:cNvSpPr>
          <p:nvPr/>
        </p:nvSpPr>
        <p:spPr>
          <a:xfrm xmlns:a="http://schemas.openxmlformats.org/drawingml/2006/main">
            <a:off x="11877675" y="7048500"/>
            <a:ext cx="266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3A332B"/>
                </a:solidFill>
                <a:latin typeface="Plus Jakarta Sans"/>
                <a:ea typeface="Plus Jakarta Sans"/>
                <a:cs typeface="Plus Jakarta Sans"/>
              </a:defRPr>
            </a:pPr>
            <a:r>
              <a:rPr sz="1350">
                <a:solidFill>
                  <a:srgbClr val="3A332B"/>
                </a:solidFill>
                <a:latin typeface="Plus Jakarta Sans"/>
                <a:ea typeface="Plus Jakarta Sans"/>
                <a:cs typeface="Plus Jakarta Sans"/>
              </a:rPr>
              <a:t>Deep contrast</a:t>
            </a:r>
          </a:p>
        </p:txBody>
      </p:sp>
    </p:spTree>
    <p:extLst>
      <p:ext uri="{BB962C8B-B14F-4D97-AF65-F5344CB8AC3E}">
        <p14:creationId xmlns:p14="http://schemas.microsoft.com/office/powerpoint/2010/main" val="975991227"/>
      </p:ext>
    </p:extLst>
  </p:cSld>
</p:sld>
</file>

<file path=ppt/slides/slide9.xml><?xml version="1.0" encoding="utf-8"?>
<p:sld xmlns:p="http://schemas.openxmlformats.org/presentationml/2006/main">
  <p:cSld>
    <p:bg>
      <p:bgPr>
        <a:solidFill xmlns:a="http://schemas.openxmlformats.org/drawingml/2006/main">
          <a:srgbClr val="F6F3ED"/>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D2F1882-C3F6-4095-8787-DD1E899963C2}"/>
              </a:ext>
            </a:extLst>
          </p:cNvPr>
          <p:cNvSpPr>
            <a:spLocks xmlns:a="http://schemas.openxmlformats.org/drawingml/2006/main" noGrp="1"/>
          </p:cNvSpPr>
          <p:nvPr/>
        </p:nvSpPr>
        <p:spPr>
          <a:xfrm xmlns:a="http://schemas.openxmlformats.org/drawingml/2006/main">
            <a:off x="714375" y="457200"/>
            <a:ext cx="1285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TYPOGRAPHY</a:t>
            </a:r>
          </a:p>
        </p:txBody>
      </p:sp>
      <p:sp>
        <p:nvSpPr>
          <p:cNvPr id="2" name="">
            <a:extLst xmlns:a="http://schemas.openxmlformats.org/drawingml/2006/main">
              <a:ext uri="{FF2B5EF4-FFF2-40B4-BE49-F238E27FC236}">
                <a16:creationId xmlns:a16="http://schemas.microsoft.com/office/drawing/2014/main" id="{940E74B3-1971-4C05-90F6-80B52977E8E5}"/>
              </a:ext>
            </a:extLst>
          </p:cNvPr>
          <p:cNvSpPr>
            <a:spLocks xmlns:a="http://schemas.openxmlformats.org/drawingml/2006/main" noGrp="1"/>
          </p:cNvSpPr>
          <p:nvPr/>
        </p:nvSpPr>
        <p:spPr>
          <a:xfrm xmlns:a="http://schemas.openxmlformats.org/drawingml/2006/main">
            <a:off x="13906500" y="79057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09</a:t>
            </a:r>
          </a:p>
        </p:txBody>
      </p:sp>
      <p:sp>
        <p:nvSpPr>
          <p:cNvPr id="3" name="">
            <a:extLst xmlns:a="http://schemas.openxmlformats.org/drawingml/2006/main">
              <a:ext uri="{FF2B5EF4-FFF2-40B4-BE49-F238E27FC236}">
                <a16:creationId xmlns:a16="http://schemas.microsoft.com/office/drawing/2014/main" id="{47B0FE49-6B83-4CBF-AE5F-8C208DE90A48}"/>
              </a:ext>
            </a:extLst>
          </p:cNvPr>
          <p:cNvSpPr>
            <a:spLocks xmlns:a="http://schemas.openxmlformats.org/drawingml/2006/main" noGrp="1"/>
          </p:cNvSpPr>
          <p:nvPr/>
        </p:nvSpPr>
        <p:spPr>
          <a:xfrm xmlns:a="http://schemas.openxmlformats.org/drawingml/2006/main">
            <a:off x="714375" y="1285875"/>
            <a:ext cx="12382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450">
                <a:solidFill>
                  <a:srgbClr val="3A332B"/>
                </a:solidFill>
                <a:latin typeface="Playfair Display"/>
                <a:ea typeface="Playfair Display"/>
                <a:cs typeface="Playfair Display"/>
              </a:defRPr>
            </a:pPr>
            <a:r>
              <a:rPr sz="6450">
                <a:solidFill>
                  <a:srgbClr val="3A332B"/>
                </a:solidFill>
                <a:latin typeface="Playfair Display"/>
                <a:ea typeface="Playfair Display"/>
                <a:cs typeface="Playfair Display"/>
              </a:rPr>
              <a:t>Words with space</a:t>
            </a:r>
          </a:p>
        </p:txBody>
      </p:sp>
      <p:sp>
        <p:nvSpPr>
          <p:cNvPr id="4" name="">
            <a:extLst xmlns:a="http://schemas.openxmlformats.org/drawingml/2006/main">
              <a:ext uri="{FF2B5EF4-FFF2-40B4-BE49-F238E27FC236}">
                <a16:creationId xmlns:a16="http://schemas.microsoft.com/office/drawing/2014/main" id="{E5C55AE4-6C7E-41DF-817E-F2907EE72DA9}"/>
              </a:ext>
            </a:extLst>
          </p:cNvPr>
          <p:cNvSpPr>
            <a:spLocks xmlns:a="http://schemas.openxmlformats.org/drawingml/2006/main" noGrp="1"/>
          </p:cNvSpPr>
          <p:nvPr/>
        </p:nvSpPr>
        <p:spPr>
          <a:xfrm xmlns:a="http://schemas.openxmlformats.org/drawingml/2006/main">
            <a:off x="762000" y="3238500"/>
            <a:ext cx="619125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375">
                <a:solidFill>
                  <a:srgbClr val="3A332B"/>
                </a:solidFill>
                <a:latin typeface="Playfair Display"/>
                <a:ea typeface="Playfair Display"/>
                <a:cs typeface="Playfair Display"/>
              </a:defRPr>
            </a:pPr>
            <a:r>
              <a:rPr sz="12375">
                <a:solidFill>
                  <a:srgbClr val="3A332B"/>
                </a:solidFill>
                <a:latin typeface="Playfair Display"/>
                <a:ea typeface="Playfair Display"/>
                <a:cs typeface="Playfair Display"/>
              </a:rPr>
              <a:t>Aa</a:t>
            </a:r>
          </a:p>
        </p:txBody>
      </p:sp>
      <p:sp>
        <p:nvSpPr>
          <p:cNvPr id="5" name="">
            <a:extLst xmlns:a="http://schemas.openxmlformats.org/drawingml/2006/main">
              <a:ext uri="{FF2B5EF4-FFF2-40B4-BE49-F238E27FC236}">
                <a16:creationId xmlns:a16="http://schemas.microsoft.com/office/drawing/2014/main" id="{497DF3CA-B903-4305-8AB3-288F0BF53C92}"/>
              </a:ext>
            </a:extLst>
          </p:cNvPr>
          <p:cNvSpPr>
            <a:spLocks xmlns:a="http://schemas.openxmlformats.org/drawingml/2006/main" noGrp="1"/>
          </p:cNvSpPr>
          <p:nvPr/>
        </p:nvSpPr>
        <p:spPr>
          <a:xfrm xmlns:a="http://schemas.openxmlformats.org/drawingml/2006/main">
            <a:off x="809625" y="5524500"/>
            <a:ext cx="5715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a:solidFill>
                  <a:srgbClr val="3A332B"/>
                </a:solidFill>
                <a:latin typeface="Playfair Display"/>
                <a:ea typeface="Playfair Display"/>
                <a:cs typeface="Playfair Display"/>
              </a:defRPr>
            </a:pPr>
            <a:r>
              <a:rPr sz="2550">
                <a:solidFill>
                  <a:srgbClr val="3A332B"/>
                </a:solidFill>
                <a:latin typeface="Playfair Display"/>
                <a:ea typeface="Playfair Display"/>
                <a:cs typeface="Playfair Display"/>
              </a:rPr>
              <a:t>Playfair Display</a:t>
            </a:r>
          </a:p>
        </p:txBody>
      </p:sp>
      <p:sp>
        <p:nvSpPr>
          <p:cNvPr id="6" name="">
            <a:extLst xmlns:a="http://schemas.openxmlformats.org/drawingml/2006/main">
              <a:ext uri="{FF2B5EF4-FFF2-40B4-BE49-F238E27FC236}">
                <a16:creationId xmlns:a16="http://schemas.microsoft.com/office/drawing/2014/main" id="{18A501C5-AD31-4D70-B874-C53C1FB1546D}"/>
              </a:ext>
            </a:extLst>
          </p:cNvPr>
          <p:cNvSpPr>
            <a:spLocks xmlns:a="http://schemas.openxmlformats.org/drawingml/2006/main" noGrp="1"/>
          </p:cNvSpPr>
          <p:nvPr/>
        </p:nvSpPr>
        <p:spPr>
          <a:xfrm xmlns:a="http://schemas.openxmlformats.org/drawingml/2006/main">
            <a:off x="809625" y="6477000"/>
            <a:ext cx="609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a:solidFill>
                  <a:srgbClr val="3A332B"/>
                </a:solidFill>
                <a:latin typeface="Plus Jakarta Sans"/>
                <a:ea typeface="Plus Jakarta Sans"/>
                <a:cs typeface="Plus Jakarta Sans"/>
              </a:defRPr>
            </a:pPr>
            <a:r>
              <a:rPr sz="1725">
                <a:solidFill>
                  <a:srgbClr val="3A332B"/>
                </a:solidFill>
                <a:latin typeface="Plus Jakarta Sans"/>
                <a:ea typeface="Plus Jakarta Sans"/>
                <a:cs typeface="Plus Jakarta Sans"/>
              </a:rPr>
              <a:t>Editorial headlines and quiet, expressive statements.</a:t>
            </a:r>
          </a:p>
          <a:p xmlns:a="http://schemas.openxmlformats.org/drawingml/2006/main">
            <a:pPr>
              <a:defRPr sz="1725">
                <a:solidFill>
                  <a:srgbClr val="3A332B"/>
                </a:solidFill>
                <a:latin typeface="Plus Jakarta Sans"/>
                <a:ea typeface="Plus Jakarta Sans"/>
                <a:cs typeface="Plus Jakarta Sans"/>
              </a:defRPr>
            </a:pPr>
            <a:r>
              <a:rPr sz="1725">
                <a:solidFill>
                  <a:srgbClr val="3A332B"/>
                </a:solidFill>
                <a:latin typeface="Plus Jakarta Sans"/>
                <a:ea typeface="Plus Jakarta Sans"/>
                <a:cs typeface="Plus Jakarta Sans"/>
              </a:rPr>
              <a:t>Regular weight. Generous scale. Natural line breaks.</a:t>
            </a:r>
          </a:p>
        </p:txBody>
      </p:sp>
      <p:sp>
        <p:nvSpPr>
          <p:cNvPr id="7" name="">
            <a:extLst xmlns:a="http://schemas.openxmlformats.org/drawingml/2006/main">
              <a:ext uri="{FF2B5EF4-FFF2-40B4-BE49-F238E27FC236}">
                <a16:creationId xmlns:a16="http://schemas.microsoft.com/office/drawing/2014/main" id="{BDBA4D98-3C01-4061-A9F6-865F8204DC48}"/>
              </a:ext>
            </a:extLst>
          </p:cNvPr>
          <p:cNvSpPr>
            <a:spLocks xmlns:a="http://schemas.openxmlformats.org/drawingml/2006/main" noGrp="1"/>
          </p:cNvSpPr>
          <p:nvPr/>
        </p:nvSpPr>
        <p:spPr>
          <a:xfrm xmlns:a="http://schemas.openxmlformats.org/drawingml/2006/main">
            <a:off x="8477250" y="3190875"/>
            <a:ext cx="61912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0">
                <a:solidFill>
                  <a:srgbClr val="3A332B"/>
                </a:solidFill>
                <a:latin typeface="Plus Jakarta Sans"/>
                <a:ea typeface="Plus Jakarta Sans"/>
                <a:cs typeface="Plus Jakarta Sans"/>
              </a:defRPr>
            </a:pPr>
            <a:r>
              <a:rPr sz="12750">
                <a:solidFill>
                  <a:srgbClr val="3A332B"/>
                </a:solidFill>
                <a:latin typeface="Plus Jakarta Sans"/>
                <a:ea typeface="Plus Jakarta Sans"/>
                <a:cs typeface="Plus Jakarta Sans"/>
              </a:rPr>
              <a:t>Aa</a:t>
            </a:r>
          </a:p>
        </p:txBody>
      </p:sp>
      <p:sp>
        <p:nvSpPr>
          <p:cNvPr id="8" name="">
            <a:extLst xmlns:a="http://schemas.openxmlformats.org/drawingml/2006/main">
              <a:ext uri="{FF2B5EF4-FFF2-40B4-BE49-F238E27FC236}">
                <a16:creationId xmlns:a16="http://schemas.microsoft.com/office/drawing/2014/main" id="{2AB0E3D4-7E6D-4C88-AF5F-42DE37961881}"/>
              </a:ext>
            </a:extLst>
          </p:cNvPr>
          <p:cNvSpPr>
            <a:spLocks xmlns:a="http://schemas.openxmlformats.org/drawingml/2006/main" noGrp="1"/>
          </p:cNvSpPr>
          <p:nvPr/>
        </p:nvSpPr>
        <p:spPr>
          <a:xfrm xmlns:a="http://schemas.openxmlformats.org/drawingml/2006/main">
            <a:off x="8524875" y="5524500"/>
            <a:ext cx="6000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a:solidFill>
                  <a:srgbClr val="3A332B"/>
                </a:solidFill>
                <a:latin typeface="Plus Jakarta Sans"/>
                <a:ea typeface="Plus Jakarta Sans"/>
                <a:cs typeface="Plus Jakarta Sans"/>
              </a:defRPr>
            </a:pPr>
            <a:r>
              <a:rPr sz="2550">
                <a:solidFill>
                  <a:srgbClr val="3A332B"/>
                </a:solidFill>
                <a:latin typeface="Plus Jakarta Sans"/>
                <a:ea typeface="Plus Jakarta Sans"/>
                <a:cs typeface="Plus Jakarta Sans"/>
              </a:rPr>
              <a:t>Plus Jakarta Sans</a:t>
            </a:r>
          </a:p>
        </p:txBody>
      </p:sp>
      <p:sp>
        <p:nvSpPr>
          <p:cNvPr id="9" name="">
            <a:extLst xmlns:a="http://schemas.openxmlformats.org/drawingml/2006/main">
              <a:ext uri="{FF2B5EF4-FFF2-40B4-BE49-F238E27FC236}">
                <a16:creationId xmlns:a16="http://schemas.microsoft.com/office/drawing/2014/main" id="{C2C9411D-2717-4890-8084-093FACDD383F}"/>
              </a:ext>
            </a:extLst>
          </p:cNvPr>
          <p:cNvSpPr>
            <a:spLocks xmlns:a="http://schemas.openxmlformats.org/drawingml/2006/main" noGrp="1"/>
          </p:cNvSpPr>
          <p:nvPr/>
        </p:nvSpPr>
        <p:spPr>
          <a:xfrm xmlns:a="http://schemas.openxmlformats.org/drawingml/2006/main">
            <a:off x="8524875" y="6477000"/>
            <a:ext cx="581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a:solidFill>
                  <a:srgbClr val="3A332B"/>
                </a:solidFill>
                <a:latin typeface="Plus Jakarta Sans"/>
                <a:ea typeface="Plus Jakarta Sans"/>
                <a:cs typeface="Plus Jakarta Sans"/>
              </a:defRPr>
            </a:pPr>
            <a:r>
              <a:rPr sz="1725">
                <a:solidFill>
                  <a:srgbClr val="3A332B"/>
                </a:solidFill>
                <a:latin typeface="Plus Jakarta Sans"/>
                <a:ea typeface="Plus Jakarta Sans"/>
                <a:cs typeface="Plus Jakarta Sans"/>
              </a:rPr>
              <a:t>Navigation, body copy and practical information.</a:t>
            </a:r>
          </a:p>
          <a:p xmlns:a="http://schemas.openxmlformats.org/drawingml/2006/main">
            <a:pPr>
              <a:defRPr sz="1725">
                <a:solidFill>
                  <a:srgbClr val="3A332B"/>
                </a:solidFill>
                <a:latin typeface="Plus Jakarta Sans"/>
                <a:ea typeface="Plus Jakarta Sans"/>
                <a:cs typeface="Plus Jakarta Sans"/>
              </a:defRPr>
            </a:pPr>
            <a:r>
              <a:rPr sz="1725">
                <a:solidFill>
                  <a:srgbClr val="3A332B"/>
                </a:solidFill>
                <a:latin typeface="Plus Jakarta Sans"/>
                <a:ea typeface="Plus Jakarta Sans"/>
                <a:cs typeface="Plus Jakarta Sans"/>
              </a:rPr>
              <a:t>Clear hierarchy. Comfortable reading. Calm rhythm.</a:t>
            </a:r>
          </a:p>
        </p:txBody>
      </p:sp>
    </p:spTree>
    <p:extLst>
      <p:ext uri="{BB962C8B-B14F-4D97-AF65-F5344CB8AC3E}">
        <p14:creationId xmlns:p14="http://schemas.microsoft.com/office/powerpoint/2010/main" val="1373518831"/>
      </p:ext>
    </p:extLst>
  </p:cSld>
</p:sld>
</file>

<file path=ppt/slides/slide10.xml><?xml version="1.0" encoding="utf-8"?>
<p:sld xmlns:p="http://schemas.openxmlformats.org/presentationml/2006/main">
  <p:cSld>
    <p:bg>
      <p:bgPr>
        <a:solidFill xmlns:a="http://schemas.openxmlformats.org/drawingml/2006/main">
          <a:srgbClr val="F6F3ED"/>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89DDCAA-E481-41BB-B9EC-0BDDF6FDC31B}"/>
              </a:ext>
            </a:extLst>
          </p:cNvPr>
          <p:cNvSpPr>
            <a:spLocks xmlns:a="http://schemas.openxmlformats.org/drawingml/2006/main" noGrp="1"/>
          </p:cNvSpPr>
          <p:nvPr/>
        </p:nvSpPr>
        <p:spPr>
          <a:xfrm xmlns:a="http://schemas.openxmlformats.org/drawingml/2006/main">
            <a:off x="714375" y="457200"/>
            <a:ext cx="1285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BRAND IMAGERY</a:t>
            </a:r>
          </a:p>
        </p:txBody>
      </p:sp>
      <p:sp>
        <p:nvSpPr>
          <p:cNvPr id="2" name="">
            <a:extLst xmlns:a="http://schemas.openxmlformats.org/drawingml/2006/main">
              <a:ext uri="{FF2B5EF4-FFF2-40B4-BE49-F238E27FC236}">
                <a16:creationId xmlns:a16="http://schemas.microsoft.com/office/drawing/2014/main" id="{F6BBF3DA-636A-4D41-89A4-8BBFA2FA5AE6}"/>
              </a:ext>
            </a:extLst>
          </p:cNvPr>
          <p:cNvSpPr>
            <a:spLocks xmlns:a="http://schemas.openxmlformats.org/drawingml/2006/main" noGrp="1"/>
          </p:cNvSpPr>
          <p:nvPr/>
        </p:nvSpPr>
        <p:spPr>
          <a:xfrm xmlns:a="http://schemas.openxmlformats.org/drawingml/2006/main">
            <a:off x="13906500" y="79057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10</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11110d01627d4d2d"/>
          <a:srcRect xmlns:a="http://schemas.openxmlformats.org/drawingml/2006/main" l="0" t="5666" r="0" b="5666"/>
          <a:stretch xmlns:a="http://schemas.openxmlformats.org/drawingml/2006/main">
            <a:fillRect l="0" t="0" r="0" b="0"/>
          </a:stretch>
        </p:blipFill>
        <p:spPr>
          <a:xfrm xmlns:a="http://schemas.openxmlformats.org/drawingml/2006/main">
            <a:off x="666750" y="1524000"/>
            <a:ext cx="4429125" cy="5048250"/>
          </a:xfrm>
          <a:prstGeom xmlns:a="http://schemas.openxmlformats.org/drawingml/2006/main" prst="rect">
            <a:avLst/>
          </a:prstGeom>
        </p:spPr>
      </p:pic>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305a1c28de754439"/>
          <a:srcRect xmlns:a="http://schemas.openxmlformats.org/drawingml/2006/main" l="6930" t="0" r="6930" b="0"/>
          <a:stretch xmlns:a="http://schemas.openxmlformats.org/drawingml/2006/main">
            <a:fillRect l="0" t="0" r="0" b="0"/>
          </a:stretch>
        </p:blipFill>
        <p:spPr>
          <a:xfrm xmlns:a="http://schemas.openxmlformats.org/drawingml/2006/main">
            <a:off x="5286375" y="1524000"/>
            <a:ext cx="4429125" cy="5048250"/>
          </a:xfrm>
          <a:prstGeom xmlns:a="http://schemas.openxmlformats.org/drawingml/2006/main" prst="rect">
            <a:avLst/>
          </a:prstGeom>
        </p:spPr>
      </p:pic>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d8c888b1be2d47e9"/>
          <a:srcRect xmlns:a="http://schemas.openxmlformats.org/drawingml/2006/main" l="10251" t="0" r="10251" b="0"/>
          <a:stretch xmlns:a="http://schemas.openxmlformats.org/drawingml/2006/main">
            <a:fillRect l="0" t="0" r="0" b="0"/>
          </a:stretch>
        </p:blipFill>
        <p:spPr>
          <a:xfrm xmlns:a="http://schemas.openxmlformats.org/drawingml/2006/main">
            <a:off x="9906000" y="1524000"/>
            <a:ext cx="4667250" cy="5048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44C6F257-ABFF-43F3-831E-9FA563F3059D}"/>
              </a:ext>
            </a:extLst>
          </p:cNvPr>
          <p:cNvSpPr>
            <a:spLocks xmlns:a="http://schemas.openxmlformats.org/drawingml/2006/main" noGrp="1"/>
          </p:cNvSpPr>
          <p:nvPr/>
        </p:nvSpPr>
        <p:spPr>
          <a:xfrm xmlns:a="http://schemas.openxmlformats.org/drawingml/2006/main">
            <a:off x="714375" y="6953250"/>
            <a:ext cx="4286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a:solidFill>
                  <a:srgbClr val="3A332B"/>
                </a:solidFill>
                <a:latin typeface="Playfair Display"/>
                <a:ea typeface="Playfair Display"/>
                <a:cs typeface="Playfair Display"/>
              </a:defRPr>
            </a:pPr>
            <a:r>
              <a:rPr sz="2100">
                <a:solidFill>
                  <a:srgbClr val="3A332B"/>
                </a:solidFill>
                <a:latin typeface="Playfair Display"/>
                <a:ea typeface="Playfair Display"/>
                <a:cs typeface="Playfair Display"/>
              </a:rPr>
              <a:t>Attentive touch</a:t>
            </a:r>
          </a:p>
        </p:txBody>
      </p:sp>
      <p:sp>
        <p:nvSpPr>
          <p:cNvPr id="7" name="">
            <a:extLst xmlns:a="http://schemas.openxmlformats.org/drawingml/2006/main">
              <a:ext uri="{FF2B5EF4-FFF2-40B4-BE49-F238E27FC236}">
                <a16:creationId xmlns:a16="http://schemas.microsoft.com/office/drawing/2014/main" id="{AC48DCC0-FB33-4E83-B3F1-7984651FC508}"/>
              </a:ext>
            </a:extLst>
          </p:cNvPr>
          <p:cNvSpPr>
            <a:spLocks xmlns:a="http://schemas.openxmlformats.org/drawingml/2006/main" noGrp="1"/>
          </p:cNvSpPr>
          <p:nvPr/>
        </p:nvSpPr>
        <p:spPr>
          <a:xfrm xmlns:a="http://schemas.openxmlformats.org/drawingml/2006/main">
            <a:off x="5334000" y="6953250"/>
            <a:ext cx="4286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a:solidFill>
                  <a:srgbClr val="3A332B"/>
                </a:solidFill>
                <a:latin typeface="Playfair Display"/>
                <a:ea typeface="Playfair Display"/>
                <a:cs typeface="Playfair Display"/>
              </a:defRPr>
            </a:pPr>
            <a:r>
              <a:rPr sz="2100">
                <a:solidFill>
                  <a:srgbClr val="3A332B"/>
                </a:solidFill>
                <a:latin typeface="Playfair Display"/>
                <a:ea typeface="Playfair Display"/>
                <a:cs typeface="Playfair Display"/>
              </a:rPr>
              <a:t>Natural materials</a:t>
            </a:r>
          </a:p>
        </p:txBody>
      </p:sp>
      <p:sp>
        <p:nvSpPr>
          <p:cNvPr id="8" name="">
            <a:extLst xmlns:a="http://schemas.openxmlformats.org/drawingml/2006/main">
              <a:ext uri="{FF2B5EF4-FFF2-40B4-BE49-F238E27FC236}">
                <a16:creationId xmlns:a16="http://schemas.microsoft.com/office/drawing/2014/main" id="{29A325C0-E070-48C9-893F-68525295C8DB}"/>
              </a:ext>
            </a:extLst>
          </p:cNvPr>
          <p:cNvSpPr>
            <a:spLocks xmlns:a="http://schemas.openxmlformats.org/drawingml/2006/main" noGrp="1"/>
          </p:cNvSpPr>
          <p:nvPr/>
        </p:nvSpPr>
        <p:spPr>
          <a:xfrm xmlns:a="http://schemas.openxmlformats.org/drawingml/2006/main">
            <a:off x="9953625" y="6953250"/>
            <a:ext cx="4286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a:solidFill>
                  <a:srgbClr val="3A332B"/>
                </a:solidFill>
                <a:latin typeface="Playfair Display"/>
                <a:ea typeface="Playfair Display"/>
                <a:cs typeface="Playfair Display"/>
              </a:defRPr>
            </a:pPr>
            <a:r>
              <a:rPr sz="2100">
                <a:solidFill>
                  <a:srgbClr val="3A332B"/>
                </a:solidFill>
                <a:latin typeface="Playfair Display"/>
                <a:ea typeface="Playfair Display"/>
                <a:cs typeface="Playfair Display"/>
              </a:rPr>
              <a:t>Light and texture</a:t>
            </a:r>
          </a:p>
        </p:txBody>
      </p:sp>
    </p:spTree>
    <p:extLst>
      <p:ext uri="{BB962C8B-B14F-4D97-AF65-F5344CB8AC3E}">
        <p14:creationId xmlns:p14="http://schemas.microsoft.com/office/powerpoint/2010/main" val="773849995"/>
      </p:ext>
    </p:extLst>
  </p:cSld>
</p:sld>
</file>

<file path=ppt/slides/slide11.xml><?xml version="1.0" encoding="utf-8"?>
<p:sld xmlns:p="http://schemas.openxmlformats.org/presentationml/2006/main">
  <p:cSld>
    <p:bg>
      <p:bgPr>
        <a:solidFill xmlns:a="http://schemas.openxmlformats.org/drawingml/2006/main">
          <a:srgbClr val="F6F3ED"/>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8637A0B-1A23-4276-967C-430967F9D685}"/>
              </a:ext>
            </a:extLst>
          </p:cNvPr>
          <p:cNvSpPr>
            <a:spLocks xmlns:a="http://schemas.openxmlformats.org/drawingml/2006/main" noGrp="1"/>
          </p:cNvSpPr>
          <p:nvPr/>
        </p:nvSpPr>
        <p:spPr>
          <a:xfrm xmlns:a="http://schemas.openxmlformats.org/drawingml/2006/main">
            <a:off x="714375" y="457200"/>
            <a:ext cx="1285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VOICE</a:t>
            </a:r>
          </a:p>
        </p:txBody>
      </p:sp>
      <p:sp>
        <p:nvSpPr>
          <p:cNvPr id="2" name="">
            <a:extLst xmlns:a="http://schemas.openxmlformats.org/drawingml/2006/main">
              <a:ext uri="{FF2B5EF4-FFF2-40B4-BE49-F238E27FC236}">
                <a16:creationId xmlns:a16="http://schemas.microsoft.com/office/drawing/2014/main" id="{AC15887D-AB7D-4BC3-9D16-CBA01729D20E}"/>
              </a:ext>
            </a:extLst>
          </p:cNvPr>
          <p:cNvSpPr>
            <a:spLocks xmlns:a="http://schemas.openxmlformats.org/drawingml/2006/main" noGrp="1"/>
          </p:cNvSpPr>
          <p:nvPr/>
        </p:nvSpPr>
        <p:spPr>
          <a:xfrm xmlns:a="http://schemas.openxmlformats.org/drawingml/2006/main">
            <a:off x="13906500" y="79057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11</a:t>
            </a:r>
          </a:p>
        </p:txBody>
      </p:sp>
      <p:sp>
        <p:nvSpPr>
          <p:cNvPr id="3" name="">
            <a:extLst xmlns:a="http://schemas.openxmlformats.org/drawingml/2006/main">
              <a:ext uri="{FF2B5EF4-FFF2-40B4-BE49-F238E27FC236}">
                <a16:creationId xmlns:a16="http://schemas.microsoft.com/office/drawing/2014/main" id="{1D9FD122-49F8-4C5D-816F-832C4506F7A7}"/>
              </a:ext>
            </a:extLst>
          </p:cNvPr>
          <p:cNvSpPr>
            <a:spLocks xmlns:a="http://schemas.openxmlformats.org/drawingml/2006/main" noGrp="1"/>
          </p:cNvSpPr>
          <p:nvPr/>
        </p:nvSpPr>
        <p:spPr>
          <a:xfrm xmlns:a="http://schemas.openxmlformats.org/drawingml/2006/main">
            <a:off x="714375" y="1571625"/>
            <a:ext cx="66675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200">
                <a:solidFill>
                  <a:srgbClr val="3A332B"/>
                </a:solidFill>
                <a:latin typeface="Playfair Display"/>
                <a:ea typeface="Playfair Display"/>
                <a:cs typeface="Playfair Display"/>
              </a:defRPr>
            </a:pPr>
            <a:r>
              <a:rPr sz="7200">
                <a:solidFill>
                  <a:srgbClr val="3A332B"/>
                </a:solidFill>
                <a:latin typeface="Playfair Display"/>
                <a:ea typeface="Playfair Display"/>
                <a:cs typeface="Playfair Display"/>
              </a:rPr>
              <a:t>A quieter kind</a:t>
            </a:r>
          </a:p>
          <a:p xmlns:a="http://schemas.openxmlformats.org/drawingml/2006/main">
            <a:pPr>
              <a:defRPr sz="7200">
                <a:solidFill>
                  <a:srgbClr val="3A332B"/>
                </a:solidFill>
                <a:latin typeface="Playfair Display"/>
                <a:ea typeface="Playfair Display"/>
                <a:cs typeface="Playfair Display"/>
              </a:defRPr>
            </a:pPr>
            <a:r>
              <a:rPr sz="7200">
                <a:solidFill>
                  <a:srgbClr val="3A332B"/>
                </a:solidFill>
                <a:latin typeface="Playfair Display"/>
                <a:ea typeface="Playfair Display"/>
                <a:cs typeface="Playfair Display"/>
              </a:rPr>
              <a:t>of welcome</a:t>
            </a:r>
          </a:p>
        </p:txBody>
      </p:sp>
      <p:sp>
        <p:nvSpPr>
          <p:cNvPr id="4" name="">
            <a:extLst xmlns:a="http://schemas.openxmlformats.org/drawingml/2006/main">
              <a:ext uri="{FF2B5EF4-FFF2-40B4-BE49-F238E27FC236}">
                <a16:creationId xmlns:a16="http://schemas.microsoft.com/office/drawing/2014/main" id="{EECA2783-4CF8-4E23-BD28-58DBCF84C4E4}"/>
              </a:ext>
            </a:extLst>
          </p:cNvPr>
          <p:cNvSpPr>
            <a:spLocks xmlns:a="http://schemas.openxmlformats.org/drawingml/2006/main" noGrp="1"/>
          </p:cNvSpPr>
          <p:nvPr/>
        </p:nvSpPr>
        <p:spPr>
          <a:xfrm xmlns:a="http://schemas.openxmlformats.org/drawingml/2006/main">
            <a:off x="762000" y="5715000"/>
            <a:ext cx="6572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a:solidFill>
                  <a:srgbClr val="3A332B"/>
                </a:solidFill>
                <a:latin typeface="Plus Jakarta Sans"/>
                <a:ea typeface="Plus Jakarta Sans"/>
                <a:cs typeface="Plus Jakarta Sans"/>
              </a:defRPr>
            </a:pPr>
            <a:r>
              <a:rPr sz="2100">
                <a:solidFill>
                  <a:srgbClr val="3A332B"/>
                </a:solidFill>
                <a:latin typeface="Plus Jakarta Sans"/>
                <a:ea typeface="Plus Jakarta Sans"/>
                <a:cs typeface="Plus Jakarta Sans"/>
              </a:rPr>
              <a:t>Warm and personal. Clear about the details.</a:t>
            </a:r>
          </a:p>
          <a:p xmlns:a="http://schemas.openxmlformats.org/drawingml/2006/main">
            <a:pPr>
              <a:defRPr sz="2100">
                <a:solidFill>
                  <a:srgbClr val="3A332B"/>
                </a:solidFill>
                <a:latin typeface="Plus Jakarta Sans"/>
                <a:ea typeface="Plus Jakarta Sans"/>
                <a:cs typeface="Plus Jakarta Sans"/>
              </a:defRPr>
            </a:pPr>
            <a:r>
              <a:rPr sz="2100">
                <a:solidFill>
                  <a:srgbClr val="3A332B"/>
                </a:solidFill>
                <a:latin typeface="Plus Jakarta Sans"/>
                <a:ea typeface="Plus Jakarta Sans"/>
                <a:cs typeface="Plus Jakarta Sans"/>
              </a:rPr>
              <a:t>Give people room to choose their own pace.</a:t>
            </a:r>
          </a:p>
        </p:txBody>
      </p:sp>
      <p:sp>
        <p:nvSpPr>
          <p:cNvPr id="5" name="">
            <a:extLst xmlns:a="http://schemas.openxmlformats.org/drawingml/2006/main">
              <a:ext uri="{FF2B5EF4-FFF2-40B4-BE49-F238E27FC236}">
                <a16:creationId xmlns:a16="http://schemas.microsoft.com/office/drawing/2014/main" id="{20F8B223-E773-4758-9B74-A597E5AC637F}"/>
              </a:ext>
            </a:extLst>
          </p:cNvPr>
          <p:cNvSpPr>
            <a:spLocks xmlns:a="http://schemas.openxmlformats.org/drawingml/2006/main" noGrp="1"/>
          </p:cNvSpPr>
          <p:nvPr/>
        </p:nvSpPr>
        <p:spPr>
          <a:xfrm xmlns:a="http://schemas.openxmlformats.org/drawingml/2006/main">
            <a:off x="8858250" y="1762125"/>
            <a:ext cx="523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3A332B"/>
                </a:solidFill>
                <a:latin typeface="Plus Jakarta Sans"/>
                <a:ea typeface="Plus Jakarta Sans"/>
                <a:cs typeface="Plus Jakarta Sans"/>
              </a:defRPr>
            </a:pPr>
            <a:r>
              <a:rPr sz="1200">
                <a:solidFill>
                  <a:srgbClr val="3A332B"/>
                </a:solidFill>
                <a:latin typeface="Plus Jakarta Sans"/>
                <a:ea typeface="Plus Jakarta Sans"/>
                <a:cs typeface="Plus Jakarta Sans"/>
              </a:rPr>
              <a:t>GERMAN</a:t>
            </a:r>
          </a:p>
        </p:txBody>
      </p:sp>
      <p:sp>
        <p:nvSpPr>
          <p:cNvPr id="6" name="">
            <a:extLst xmlns:a="http://schemas.openxmlformats.org/drawingml/2006/main">
              <a:ext uri="{FF2B5EF4-FFF2-40B4-BE49-F238E27FC236}">
                <a16:creationId xmlns:a16="http://schemas.microsoft.com/office/drawing/2014/main" id="{E8C6B33E-E044-45E5-A022-05712A926418}"/>
              </a:ext>
            </a:extLst>
          </p:cNvPr>
          <p:cNvSpPr>
            <a:spLocks xmlns:a="http://schemas.openxmlformats.org/drawingml/2006/main" noGrp="1"/>
          </p:cNvSpPr>
          <p:nvPr/>
        </p:nvSpPr>
        <p:spPr>
          <a:xfrm xmlns:a="http://schemas.openxmlformats.org/drawingml/2006/main">
            <a:off x="8810625" y="2428875"/>
            <a:ext cx="59055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25">
                <a:solidFill>
                  <a:srgbClr val="3A332B"/>
                </a:solidFill>
                <a:latin typeface="Playfair Display"/>
                <a:ea typeface="Playfair Display"/>
                <a:cs typeface="Playfair Display"/>
              </a:defRPr>
            </a:pPr>
            <a:r>
              <a:rPr sz="4125">
                <a:solidFill>
                  <a:srgbClr val="3A332B"/>
                </a:solidFill>
                <a:latin typeface="Playfair Display"/>
                <a:ea typeface="Playfair Display"/>
                <a:cs typeface="Playfair Display"/>
              </a:rPr>
              <a:t>Langsamer werden.</a:t>
            </a:r>
          </a:p>
          <a:p xmlns:a="http://schemas.openxmlformats.org/drawingml/2006/main">
            <a:pPr>
              <a:defRPr sz="4125">
                <a:solidFill>
                  <a:srgbClr val="3A332B"/>
                </a:solidFill>
                <a:latin typeface="Playfair Display"/>
                <a:ea typeface="Playfair Display"/>
                <a:cs typeface="Playfair Display"/>
              </a:defRPr>
            </a:pPr>
            <a:r>
              <a:rPr sz="4125">
                <a:solidFill>
                  <a:srgbClr val="3A332B"/>
                </a:solidFill>
                <a:latin typeface="Playfair Display"/>
                <a:ea typeface="Playfair Display"/>
                <a:cs typeface="Playfair Display"/>
              </a:rPr>
              <a:t>Bei dir ankommen.</a:t>
            </a:r>
          </a:p>
        </p:txBody>
      </p:sp>
      <p:sp>
        <p:nvSpPr>
          <p:cNvPr id="7" name="">
            <a:extLst xmlns:a="http://schemas.openxmlformats.org/drawingml/2006/main">
              <a:ext uri="{FF2B5EF4-FFF2-40B4-BE49-F238E27FC236}">
                <a16:creationId xmlns:a16="http://schemas.microsoft.com/office/drawing/2014/main" id="{A15206AF-63E4-437D-90B9-67CBBD890222}"/>
              </a:ext>
            </a:extLst>
          </p:cNvPr>
          <p:cNvSpPr>
            <a:spLocks xmlns:a="http://schemas.openxmlformats.org/drawingml/2006/main" noGrp="1"/>
          </p:cNvSpPr>
          <p:nvPr/>
        </p:nvSpPr>
        <p:spPr>
          <a:xfrm xmlns:a="http://schemas.openxmlformats.org/drawingml/2006/main">
            <a:off x="8858250" y="5286375"/>
            <a:ext cx="523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3A332B"/>
                </a:solidFill>
                <a:latin typeface="Plus Jakarta Sans"/>
                <a:ea typeface="Plus Jakarta Sans"/>
                <a:cs typeface="Plus Jakarta Sans"/>
              </a:defRPr>
            </a:pPr>
            <a:r>
              <a:rPr sz="1200">
                <a:solidFill>
                  <a:srgbClr val="3A332B"/>
                </a:solidFill>
                <a:latin typeface="Plus Jakarta Sans"/>
                <a:ea typeface="Plus Jakarta Sans"/>
                <a:cs typeface="Plus Jakarta Sans"/>
              </a:rPr>
              <a:t>ENGLISH</a:t>
            </a:r>
          </a:p>
        </p:txBody>
      </p:sp>
      <p:sp>
        <p:nvSpPr>
          <p:cNvPr id="8" name="">
            <a:extLst xmlns:a="http://schemas.openxmlformats.org/drawingml/2006/main">
              <a:ext uri="{FF2B5EF4-FFF2-40B4-BE49-F238E27FC236}">
                <a16:creationId xmlns:a16="http://schemas.microsoft.com/office/drawing/2014/main" id="{A9A9DCBD-357A-4B90-9612-F4740A84A5EE}"/>
              </a:ext>
            </a:extLst>
          </p:cNvPr>
          <p:cNvSpPr>
            <a:spLocks xmlns:a="http://schemas.openxmlformats.org/drawingml/2006/main" noGrp="1"/>
          </p:cNvSpPr>
          <p:nvPr/>
        </p:nvSpPr>
        <p:spPr>
          <a:xfrm xmlns:a="http://schemas.openxmlformats.org/drawingml/2006/main">
            <a:off x="8810625" y="5810250"/>
            <a:ext cx="5905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25">
                <a:solidFill>
                  <a:srgbClr val="3A332B"/>
                </a:solidFill>
                <a:latin typeface="Playfair Display"/>
                <a:ea typeface="Playfair Display"/>
                <a:cs typeface="Playfair Display"/>
              </a:defRPr>
            </a:pPr>
            <a:r>
              <a:rPr sz="4125">
                <a:solidFill>
                  <a:srgbClr val="3A332B"/>
                </a:solidFill>
                <a:latin typeface="Playfair Display"/>
                <a:ea typeface="Playfair Display"/>
                <a:cs typeface="Playfair Display"/>
              </a:rPr>
              <a:t>Slower days.</a:t>
            </a:r>
          </a:p>
          <a:p xmlns:a="http://schemas.openxmlformats.org/drawingml/2006/main">
            <a:pPr>
              <a:defRPr sz="4125">
                <a:solidFill>
                  <a:srgbClr val="3A332B"/>
                </a:solidFill>
                <a:latin typeface="Playfair Display"/>
                <a:ea typeface="Playfair Display"/>
                <a:cs typeface="Playfair Display"/>
              </a:defRPr>
            </a:pPr>
            <a:r>
              <a:rPr sz="4125">
                <a:solidFill>
                  <a:srgbClr val="3A332B"/>
                </a:solidFill>
                <a:latin typeface="Playfair Display"/>
                <a:ea typeface="Playfair Display"/>
                <a:cs typeface="Playfair Display"/>
              </a:rPr>
              <a:t>More of you.</a:t>
            </a:r>
          </a:p>
        </p:txBody>
      </p:sp>
    </p:spTree>
    <p:extLst>
      <p:ext uri="{BB962C8B-B14F-4D97-AF65-F5344CB8AC3E}">
        <p14:creationId xmlns:p14="http://schemas.microsoft.com/office/powerpoint/2010/main" val="1149309558"/>
      </p:ext>
    </p:extLst>
  </p:cSld>
</p:sld>
</file>

<file path=ppt/slides/slide12.xml><?xml version="1.0" encoding="utf-8"?>
<p:sld xmlns:p="http://schemas.openxmlformats.org/presentationml/2006/main">
  <p:cSld>
    <p:bg>
      <p:bgPr>
        <a:solidFill xmlns:a="http://schemas.openxmlformats.org/drawingml/2006/main">
          <a:srgbClr val="F6F3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3BFE836-471D-41E7-A739-51A07A775E6E}"/>
              </a:ext>
            </a:extLst>
          </p:cNvPr>
          <p:cNvSpPr>
            <a:spLocks xmlns:a="http://schemas.openxmlformats.org/drawingml/2006/main" noGrp="1"/>
          </p:cNvSpPr>
          <p:nvPr/>
        </p:nvSpPr>
        <p:spPr>
          <a:xfrm xmlns:a="http://schemas.openxmlformats.org/drawingml/2006/main">
            <a:off x="714375" y="457200"/>
            <a:ext cx="1285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APPLICATIONS</a:t>
            </a:r>
          </a:p>
        </p:txBody>
      </p:sp>
      <p:sp>
        <p:nvSpPr>
          <p:cNvPr id="2" name="">
            <a:extLst xmlns:a="http://schemas.openxmlformats.org/drawingml/2006/main">
              <a:ext uri="{FF2B5EF4-FFF2-40B4-BE49-F238E27FC236}">
                <a16:creationId xmlns:a16="http://schemas.microsoft.com/office/drawing/2014/main" id="{61FA2855-DA6E-4A51-9A0A-0174B9669441}"/>
              </a:ext>
            </a:extLst>
          </p:cNvPr>
          <p:cNvSpPr>
            <a:spLocks xmlns:a="http://schemas.openxmlformats.org/drawingml/2006/main" noGrp="1"/>
          </p:cNvSpPr>
          <p:nvPr/>
        </p:nvSpPr>
        <p:spPr>
          <a:xfrm xmlns:a="http://schemas.openxmlformats.org/drawingml/2006/main">
            <a:off x="13906500" y="79057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12</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ad75d441d82441a0"/>
          <a:srcRect xmlns:a="http://schemas.openxmlformats.org/drawingml/2006/main" l="213" t="0" r="213" b="0"/>
          <a:stretch xmlns:a="http://schemas.openxmlformats.org/drawingml/2006/main">
            <a:fillRect l="0" t="0" r="0" b="0"/>
          </a:stretch>
        </p:blipFill>
        <p:spPr>
          <a:xfrm xmlns:a="http://schemas.openxmlformats.org/drawingml/2006/main">
            <a:off x="666750" y="1476375"/>
            <a:ext cx="6381750" cy="5381625"/>
          </a:xfrm>
          <a:prstGeom xmlns:a="http://schemas.openxmlformats.org/drawingml/2006/main" prst="rect">
            <a:avLst/>
          </a:prstGeom>
        </p:spPr>
      </p:pic>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e260633c01574a63"/>
          <a:srcRect xmlns:a="http://schemas.openxmlformats.org/drawingml/2006/main" l="0" t="8300" r="0" b="8300"/>
          <a:stretch xmlns:a="http://schemas.openxmlformats.org/drawingml/2006/main">
            <a:fillRect l="0" t="0" r="0" b="0"/>
          </a:stretch>
        </p:blipFill>
        <p:spPr>
          <a:xfrm xmlns:a="http://schemas.openxmlformats.org/drawingml/2006/main">
            <a:off x="7953375" y="1476375"/>
            <a:ext cx="6572250" cy="53816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0E19AC8-FB0D-4971-8EC9-59FFCF10FE25}"/>
              </a:ext>
            </a:extLst>
          </p:cNvPr>
          <p:cNvSpPr>
            <a:spLocks xmlns:a="http://schemas.openxmlformats.org/drawingml/2006/main" noGrp="1"/>
          </p:cNvSpPr>
          <p:nvPr/>
        </p:nvSpPr>
        <p:spPr>
          <a:xfrm xmlns:a="http://schemas.openxmlformats.org/drawingml/2006/main">
            <a:off x="714375" y="7239000"/>
            <a:ext cx="657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a:solidFill>
                  <a:srgbClr val="3A332B"/>
                </a:solidFill>
                <a:latin typeface="Playfair Display"/>
                <a:ea typeface="Playfair Display"/>
                <a:cs typeface="Playfair Display"/>
              </a:defRPr>
            </a:pPr>
            <a:r>
              <a:rPr sz="2250">
                <a:solidFill>
                  <a:srgbClr val="3A332B"/>
                </a:solidFill>
                <a:latin typeface="Playfair Display"/>
                <a:ea typeface="Playfair Display"/>
                <a:cs typeface="Playfair Display"/>
              </a:rPr>
              <a:t>A clear signature at the entrance</a:t>
            </a:r>
          </a:p>
        </p:txBody>
      </p:sp>
      <p:sp>
        <p:nvSpPr>
          <p:cNvPr id="6" name="">
            <a:extLst xmlns:a="http://schemas.openxmlformats.org/drawingml/2006/main">
              <a:ext uri="{FF2B5EF4-FFF2-40B4-BE49-F238E27FC236}">
                <a16:creationId xmlns:a16="http://schemas.microsoft.com/office/drawing/2014/main" id="{9C8614F2-F8AF-4153-AE84-69138E628313}"/>
              </a:ext>
            </a:extLst>
          </p:cNvPr>
          <p:cNvSpPr>
            <a:spLocks xmlns:a="http://schemas.openxmlformats.org/drawingml/2006/main" noGrp="1"/>
          </p:cNvSpPr>
          <p:nvPr/>
        </p:nvSpPr>
        <p:spPr>
          <a:xfrm xmlns:a="http://schemas.openxmlformats.org/drawingml/2006/main">
            <a:off x="8001000" y="7239000"/>
            <a:ext cx="647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a:solidFill>
                  <a:srgbClr val="3A332B"/>
                </a:solidFill>
                <a:latin typeface="Playfair Display"/>
                <a:ea typeface="Playfair Display"/>
                <a:cs typeface="Playfair Display"/>
              </a:defRPr>
            </a:pPr>
            <a:r>
              <a:rPr sz="2250">
                <a:solidFill>
                  <a:srgbClr val="3A332B"/>
                </a:solidFill>
                <a:latin typeface="Playfair Display"/>
                <a:ea typeface="Playfair Display"/>
                <a:cs typeface="Playfair Display"/>
              </a:rPr>
              <a:t>A small, considered detail</a:t>
            </a:r>
          </a:p>
        </p:txBody>
      </p:sp>
    </p:spTree>
    <p:extLst>
      <p:ext uri="{BB962C8B-B14F-4D97-AF65-F5344CB8AC3E}">
        <p14:creationId xmlns:p14="http://schemas.microsoft.com/office/powerpoint/2010/main" val="1731485722"/>
      </p:ext>
    </p:extLst>
  </p:cSld>
</p:sld>
</file>

<file path=ppt/slides/slide13.xml><?xml version="1.0" encoding="utf-8"?>
<p:sld xmlns:p="http://schemas.openxmlformats.org/presentationml/2006/main">
  <p:cSld>
    <p:bg>
      <p:bgPr>
        <a:solidFill xmlns:a="http://schemas.openxmlformats.org/drawingml/2006/main">
          <a:srgbClr val="F6F3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1791DE3-6F13-48FD-8733-DBC7B0F93B49}"/>
              </a:ext>
            </a:extLst>
          </p:cNvPr>
          <p:cNvSpPr>
            <a:spLocks xmlns:a="http://schemas.openxmlformats.org/drawingml/2006/main" noGrp="1"/>
          </p:cNvSpPr>
          <p:nvPr/>
        </p:nvSpPr>
        <p:spPr>
          <a:xfrm xmlns:a="http://schemas.openxmlformats.org/drawingml/2006/main">
            <a:off x="714375" y="457200"/>
            <a:ext cx="1285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DIGITAL EXPRESSION</a:t>
            </a:r>
          </a:p>
        </p:txBody>
      </p:sp>
      <p:sp>
        <p:nvSpPr>
          <p:cNvPr id="2" name="">
            <a:extLst xmlns:a="http://schemas.openxmlformats.org/drawingml/2006/main">
              <a:ext uri="{FF2B5EF4-FFF2-40B4-BE49-F238E27FC236}">
                <a16:creationId xmlns:a16="http://schemas.microsoft.com/office/drawing/2014/main" id="{CEF2B0AA-5416-4307-AB61-22F16EA127BA}"/>
              </a:ext>
            </a:extLst>
          </p:cNvPr>
          <p:cNvSpPr>
            <a:spLocks xmlns:a="http://schemas.openxmlformats.org/drawingml/2006/main" noGrp="1"/>
          </p:cNvSpPr>
          <p:nvPr/>
        </p:nvSpPr>
        <p:spPr>
          <a:xfrm xmlns:a="http://schemas.openxmlformats.org/drawingml/2006/main">
            <a:off x="13906500" y="79057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3A332B"/>
                </a:solidFill>
                <a:latin typeface="Plus Jakarta Sans"/>
                <a:ea typeface="Plus Jakarta Sans"/>
                <a:cs typeface="Plus Jakarta Sans"/>
              </a:defRPr>
            </a:pPr>
            <a:r>
              <a:rPr sz="1125">
                <a:solidFill>
                  <a:srgbClr val="3A332B"/>
                </a:solidFill>
                <a:latin typeface="Plus Jakarta Sans"/>
                <a:ea typeface="Plus Jakarta Sans"/>
                <a:cs typeface="Plus Jakarta Sans"/>
              </a:rPr>
              <a:t>13</a:t>
            </a:r>
          </a:p>
        </p:txBody>
      </p:sp>
      <p:sp>
        <p:nvSpPr>
          <p:cNvPr id="3" name="">
            <a:extLst xmlns:a="http://schemas.openxmlformats.org/drawingml/2006/main">
              <a:ext uri="{FF2B5EF4-FFF2-40B4-BE49-F238E27FC236}">
                <a16:creationId xmlns:a16="http://schemas.microsoft.com/office/drawing/2014/main" id="{45CE18AD-ACEC-48FF-878D-345E551F1420}"/>
              </a:ext>
            </a:extLst>
          </p:cNvPr>
          <p:cNvSpPr>
            <a:spLocks xmlns:a="http://schemas.openxmlformats.org/drawingml/2006/main" noGrp="1"/>
          </p:cNvSpPr>
          <p:nvPr/>
        </p:nvSpPr>
        <p:spPr>
          <a:xfrm xmlns:a="http://schemas.openxmlformats.org/drawingml/2006/main">
            <a:off x="714375" y="1762125"/>
            <a:ext cx="72390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0">
                <a:solidFill>
                  <a:srgbClr val="3A332B"/>
                </a:solidFill>
                <a:latin typeface="Playfair Display"/>
                <a:ea typeface="Playfair Display"/>
                <a:cs typeface="Playfair Display"/>
              </a:defRPr>
            </a:pPr>
            <a:r>
              <a:rPr sz="6750">
                <a:solidFill>
                  <a:srgbClr val="3A332B"/>
                </a:solidFill>
                <a:latin typeface="Playfair Display"/>
                <a:ea typeface="Playfair Display"/>
                <a:cs typeface="Playfair Display"/>
              </a:rPr>
              <a:t>The same calm,</a:t>
            </a:r>
          </a:p>
          <a:p xmlns:a="http://schemas.openxmlformats.org/drawingml/2006/main">
            <a:pPr>
              <a:defRPr sz="6750">
                <a:solidFill>
                  <a:srgbClr val="3A332B"/>
                </a:solidFill>
                <a:latin typeface="Playfair Display"/>
                <a:ea typeface="Playfair Display"/>
                <a:cs typeface="Playfair Display"/>
              </a:defRPr>
            </a:pPr>
            <a:r>
              <a:rPr sz="6750">
                <a:solidFill>
                  <a:srgbClr val="3A332B"/>
                </a:solidFill>
                <a:latin typeface="Playfair Display"/>
                <a:ea typeface="Playfair Display"/>
                <a:cs typeface="Playfair Display"/>
              </a:rPr>
              <a:t>on every screen.</a:t>
            </a:r>
          </a:p>
        </p:txBody>
      </p:sp>
      <p:sp>
        <p:nvSpPr>
          <p:cNvPr id="4" name="">
            <a:extLst xmlns:a="http://schemas.openxmlformats.org/drawingml/2006/main">
              <a:ext uri="{FF2B5EF4-FFF2-40B4-BE49-F238E27FC236}">
                <a16:creationId xmlns:a16="http://schemas.microsoft.com/office/drawing/2014/main" id="{F623E8A6-BD8B-4199-9A0A-DD2B92D61EBF}"/>
              </a:ext>
            </a:extLst>
          </p:cNvPr>
          <p:cNvSpPr>
            <a:spLocks xmlns:a="http://schemas.openxmlformats.org/drawingml/2006/main" noGrp="1"/>
          </p:cNvSpPr>
          <p:nvPr/>
        </p:nvSpPr>
        <p:spPr>
          <a:xfrm xmlns:a="http://schemas.openxmlformats.org/drawingml/2006/main">
            <a:off x="762000" y="5191125"/>
            <a:ext cx="67627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a:solidFill>
                  <a:srgbClr val="3A332B"/>
                </a:solidFill>
                <a:latin typeface="Plus Jakarta Sans"/>
                <a:ea typeface="Plus Jakarta Sans"/>
                <a:cs typeface="Plus Jakarta Sans"/>
              </a:defRPr>
            </a:pPr>
            <a:r>
              <a:rPr sz="2100">
                <a:solidFill>
                  <a:srgbClr val="3A332B"/>
                </a:solidFill>
                <a:latin typeface="Plus Jakarta Sans"/>
                <a:ea typeface="Plus Jakarta Sans"/>
                <a:cs typeface="Plus Jakarta Sans"/>
              </a:rPr>
              <a:t>An ivory canvas, expressive serif type and</a:t>
            </a:r>
          </a:p>
          <a:p xmlns:a="http://schemas.openxmlformats.org/drawingml/2006/main">
            <a:pPr>
              <a:defRPr sz="2100">
                <a:solidFill>
                  <a:srgbClr val="3A332B"/>
                </a:solidFill>
                <a:latin typeface="Plus Jakarta Sans"/>
                <a:ea typeface="Plus Jakarta Sans"/>
                <a:cs typeface="Plus Jakarta Sans"/>
              </a:defRPr>
            </a:pPr>
            <a:r>
              <a:rPr sz="2100">
                <a:solidFill>
                  <a:srgbClr val="3A332B"/>
                </a:solidFill>
                <a:latin typeface="Plus Jakarta Sans"/>
                <a:ea typeface="Plus Jakarta Sans"/>
                <a:cs typeface="Plus Jakarta Sans"/>
              </a:rPr>
              <a:t>careful movement carry the identity online.</a:t>
            </a:r>
          </a:p>
          <a:p xmlns:a="http://schemas.openxmlformats.org/drawingml/2006/main">
            <a:r>
              <a:t/>
            </a:r>
          </a:p>
          <a:p xmlns:a="http://schemas.openxmlformats.org/drawingml/2006/main">
            <a:pPr>
              <a:defRPr sz="2100">
                <a:solidFill>
                  <a:srgbClr val="3A332B"/>
                </a:solidFill>
                <a:latin typeface="Plus Jakarta Sans"/>
                <a:ea typeface="Plus Jakarta Sans"/>
                <a:cs typeface="Plus Jakarta Sans"/>
              </a:defRPr>
            </a:pPr>
            <a:r>
              <a:rPr sz="2100">
                <a:solidFill>
                  <a:srgbClr val="3A332B"/>
                </a:solidFill>
                <a:latin typeface="Plus Jakarta Sans"/>
                <a:ea typeface="Plus Jakarta Sans"/>
                <a:cs typeface="Plus Jakarta Sans"/>
              </a:rPr>
              <a:t>Treatments, the journal and visit information</a:t>
            </a:r>
          </a:p>
          <a:p xmlns:a="http://schemas.openxmlformats.org/drawingml/2006/main">
            <a:pPr>
              <a:defRPr sz="2100">
                <a:solidFill>
                  <a:srgbClr val="3A332B"/>
                </a:solidFill>
                <a:latin typeface="Plus Jakarta Sans"/>
                <a:ea typeface="Plus Jakarta Sans"/>
                <a:cs typeface="Plus Jakarta Sans"/>
              </a:defRPr>
            </a:pPr>
            <a:r>
              <a:rPr sz="2100">
                <a:solidFill>
                  <a:srgbClr val="3A332B"/>
                </a:solidFill>
                <a:latin typeface="Plus Jakarta Sans"/>
                <a:ea typeface="Plus Jakarta Sans"/>
                <a:cs typeface="Plus Jakarta Sans"/>
              </a:rPr>
              <a:t>help each guest find their own way in.</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0277e302b0864893"/>
          <a:srcRect xmlns:a="http://schemas.openxmlformats.org/drawingml/2006/main" l="0" t="7874" r="0" b="7874"/>
          <a:stretch xmlns:a="http://schemas.openxmlformats.org/drawingml/2006/main">
            <a:fillRect l="0" t="0" r="0" b="0"/>
          </a:stretch>
        </p:blipFill>
        <p:spPr>
          <a:xfrm xmlns:a="http://schemas.openxmlformats.org/drawingml/2006/main">
            <a:off x="8763000" y="1143000"/>
            <a:ext cx="5715000" cy="6191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256FFAC5-7DAC-45F6-AECE-68197FD23AEA}"/>
              </a:ext>
            </a:extLst>
          </p:cNvPr>
          <p:cNvSpPr>
            <a:spLocks xmlns:a="http://schemas.openxmlformats.org/drawingml/2006/main" noGrp="1"/>
          </p:cNvSpPr>
          <p:nvPr/>
        </p:nvSpPr>
        <p:spPr>
          <a:xfrm xmlns:a="http://schemas.openxmlformats.org/drawingml/2006/main">
            <a:off x="8810625" y="7667625"/>
            <a:ext cx="561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3A332B"/>
                </a:solidFill>
                <a:latin typeface="Plus Jakarta Sans"/>
                <a:ea typeface="Plus Jakarta Sans"/>
                <a:cs typeface="Plus Jakarta Sans"/>
              </a:defRPr>
            </a:pPr>
            <a:r>
              <a:rPr sz="1425">
                <a:solidFill>
                  <a:srgbClr val="3A332B"/>
                </a:solidFill>
                <a:latin typeface="Plus Jakarta Sans"/>
                <a:ea typeface="Plus Jakarta Sans"/>
                <a:cs typeface="Plus Jakarta Sans"/>
              </a:rPr>
              <a:t>SATUUU99.DE</a:t>
            </a:r>
          </a:p>
        </p:txBody>
      </p:sp>
    </p:spTree>
    <p:extLst>
      <p:ext uri="{BB962C8B-B14F-4D97-AF65-F5344CB8AC3E}">
        <p14:creationId xmlns:p14="http://schemas.microsoft.com/office/powerpoint/2010/main" val="10499398"/>
      </p:ext>
    </p:extLst>
  </p:cSld>
</p:sld>
</file>

<file path=ppt/slides/slide14.xml><?xml version="1.0" encoding="utf-8"?>
<p:sld xmlns:p="http://schemas.openxmlformats.org/presentationml/2006/main">
  <p:cSld>
    <p:bg>
      <p:bgPr>
        <a:solidFill xmlns:a="http://schemas.openxmlformats.org/drawingml/2006/main">
          <a:srgbClr val="3A332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9377D37-8F6A-4D15-98DB-4DDDFF60ED3C}"/>
              </a:ext>
            </a:extLst>
          </p:cNvPr>
          <p:cNvSpPr>
            <a:spLocks xmlns:a="http://schemas.openxmlformats.org/drawingml/2006/main" noGrp="1"/>
          </p:cNvSpPr>
          <p:nvPr/>
        </p:nvSpPr>
        <p:spPr>
          <a:xfrm xmlns:a="http://schemas.openxmlformats.org/drawingml/2006/main">
            <a:off x="714375" y="457200"/>
            <a:ext cx="1285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D9CEC2"/>
                </a:solidFill>
                <a:latin typeface="Plus Jakarta Sans"/>
                <a:ea typeface="Plus Jakarta Sans"/>
                <a:cs typeface="Plus Jakarta Sans"/>
              </a:defRPr>
            </a:pPr>
            <a:r>
              <a:rPr sz="1125">
                <a:solidFill>
                  <a:srgbClr val="D9CEC2"/>
                </a:solidFill>
                <a:latin typeface="Plus Jakarta Sans"/>
                <a:ea typeface="Plus Jakarta Sans"/>
                <a:cs typeface="Plus Jakarta Sans"/>
              </a:rPr>
              <a:t>SATUUU99</a:t>
            </a:r>
          </a:p>
        </p:txBody>
      </p:sp>
      <p:sp>
        <p:nvSpPr>
          <p:cNvPr id="2" name="">
            <a:extLst xmlns:a="http://schemas.openxmlformats.org/drawingml/2006/main">
              <a:ext uri="{FF2B5EF4-FFF2-40B4-BE49-F238E27FC236}">
                <a16:creationId xmlns:a16="http://schemas.microsoft.com/office/drawing/2014/main" id="{1EC9F843-A376-44A2-80DD-63F0047AA990}"/>
              </a:ext>
            </a:extLst>
          </p:cNvPr>
          <p:cNvSpPr>
            <a:spLocks xmlns:a="http://schemas.openxmlformats.org/drawingml/2006/main" noGrp="1"/>
          </p:cNvSpPr>
          <p:nvPr/>
        </p:nvSpPr>
        <p:spPr>
          <a:xfrm xmlns:a="http://schemas.openxmlformats.org/drawingml/2006/main">
            <a:off x="13906500" y="790575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D9CEC2"/>
                </a:solidFill>
                <a:latin typeface="Plus Jakarta Sans"/>
                <a:ea typeface="Plus Jakarta Sans"/>
                <a:cs typeface="Plus Jakarta Sans"/>
              </a:defRPr>
            </a:pPr>
            <a:r>
              <a:rPr sz="1125">
                <a:solidFill>
                  <a:srgbClr val="D9CEC2"/>
                </a:solidFill>
                <a:latin typeface="Plus Jakarta Sans"/>
                <a:ea typeface="Plus Jakarta Sans"/>
                <a:cs typeface="Plus Jakarta Sans"/>
              </a:rPr>
              <a:t>14</a:t>
            </a:r>
          </a:p>
        </p:txBody>
      </p:sp>
      <p:sp>
        <p:nvSpPr>
          <p:cNvPr id="3" name="">
            <a:extLst xmlns:a="http://schemas.openxmlformats.org/drawingml/2006/main">
              <a:ext uri="{FF2B5EF4-FFF2-40B4-BE49-F238E27FC236}">
                <a16:creationId xmlns:a16="http://schemas.microsoft.com/office/drawing/2014/main" id="{87C209D8-9F2F-422A-A8A1-2780B52A8B64}"/>
              </a:ext>
            </a:extLst>
          </p:cNvPr>
          <p:cNvSpPr>
            <a:spLocks xmlns:a="http://schemas.openxmlformats.org/drawingml/2006/main" noGrp="1"/>
          </p:cNvSpPr>
          <p:nvPr/>
        </p:nvSpPr>
        <p:spPr>
          <a:xfrm xmlns:a="http://schemas.openxmlformats.org/drawingml/2006/main">
            <a:off x="1428750" y="2476500"/>
            <a:ext cx="1247775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125">
                <a:solidFill>
                  <a:srgbClr val="F6F3ED"/>
                </a:solidFill>
                <a:latin typeface="Playfair Display"/>
                <a:ea typeface="Playfair Display"/>
                <a:cs typeface="Playfair Display"/>
              </a:defRPr>
            </a:pPr>
            <a:r>
              <a:rPr sz="10125">
                <a:solidFill>
                  <a:srgbClr val="F6F3ED"/>
                </a:solidFill>
                <a:latin typeface="Playfair Display"/>
                <a:ea typeface="Playfair Display"/>
                <a:cs typeface="Playfair Display"/>
              </a:rPr>
              <a:t>Slower days.</a:t>
            </a:r>
          </a:p>
          <a:p xmlns:a="http://schemas.openxmlformats.org/drawingml/2006/main">
            <a:pPr>
              <a:defRPr sz="10125">
                <a:solidFill>
                  <a:srgbClr val="F6F3ED"/>
                </a:solidFill>
                <a:latin typeface="Playfair Display"/>
                <a:ea typeface="Playfair Display"/>
                <a:cs typeface="Playfair Display"/>
              </a:defRPr>
            </a:pPr>
            <a:r>
              <a:rPr sz="10125">
                <a:solidFill>
                  <a:srgbClr val="F6F3ED"/>
                </a:solidFill>
                <a:latin typeface="Playfair Display"/>
                <a:ea typeface="Playfair Display"/>
                <a:cs typeface="Playfair Display"/>
              </a:rPr>
              <a:t>Brighter people.</a:t>
            </a:r>
          </a:p>
        </p:txBody>
      </p:sp>
      <p:sp>
        <p:nvSpPr>
          <p:cNvPr id="4" name="">
            <a:extLst xmlns:a="http://schemas.openxmlformats.org/drawingml/2006/main">
              <a:ext uri="{FF2B5EF4-FFF2-40B4-BE49-F238E27FC236}">
                <a16:creationId xmlns:a16="http://schemas.microsoft.com/office/drawing/2014/main" id="{7B31D4A0-28A5-431F-87F1-73DC99BBADD5}"/>
              </a:ext>
            </a:extLst>
          </p:cNvPr>
          <p:cNvSpPr>
            <a:spLocks xmlns:a="http://schemas.openxmlformats.org/drawingml/2006/main" noGrp="1"/>
          </p:cNvSpPr>
          <p:nvPr/>
        </p:nvSpPr>
        <p:spPr>
          <a:xfrm xmlns:a="http://schemas.openxmlformats.org/drawingml/2006/main">
            <a:off x="1476375" y="7000875"/>
            <a:ext cx="1171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a:solidFill>
                  <a:srgbClr val="D9CEC2"/>
                </a:solidFill>
                <a:latin typeface="Plus Jakarta Sans"/>
                <a:ea typeface="Plus Jakarta Sans"/>
                <a:cs typeface="Plus Jakarta Sans"/>
              </a:defRPr>
            </a:pPr>
            <a:r>
              <a:rPr sz="1875">
                <a:solidFill>
                  <a:srgbClr val="D9CEC2"/>
                </a:solidFill>
                <a:latin typeface="Plus Jakarta Sans"/>
                <a:ea typeface="Plus Jakarta Sans"/>
                <a:cs typeface="Plus Jakarta Sans"/>
              </a:rPr>
              <a:t>A MORE MEANINGFUL TOMORROW</a:t>
            </a:r>
          </a:p>
        </p:txBody>
      </p:sp>
    </p:spTree>
    <p:extLst>
      <p:ext uri="{BB962C8B-B14F-4D97-AF65-F5344CB8AC3E}">
        <p14:creationId xmlns:p14="http://schemas.microsoft.com/office/powerpoint/2010/main" val="101865669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2026-09-12T18:44:01.8770000Z</dcterms:created>
  <dcterms:modified xsi:type="dcterms:W3CDTF">2026-09-12T18:44:01.8770000Z</dcterms:modified>
</coreProperties>
</file>